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715" r:id="rId13"/>
  </p:sldMasterIdLst>
  <p:notesMasterIdLst>
    <p:notesMasterId r:id="rId17"/>
  </p:notesMasterIdLst>
  <p:handoutMasterIdLst>
    <p:handoutMasterId r:id="rId15"/>
  </p:handoutMasterIdLst>
  <p:sldIdLst>
    <p:sldId id="266" r:id="rId19"/>
    <p:sldId id="258" r:id="rId20"/>
    <p:sldId id="278" r:id="rId21"/>
    <p:sldId id="257" r:id="rId22"/>
    <p:sldId id="259" r:id="rId23"/>
    <p:sldId id="276" r:id="rId24"/>
    <p:sldId id="263" r:id="rId25"/>
    <p:sldId id="264" r:id="rId26"/>
    <p:sldId id="265" r:id="rId27"/>
    <p:sldId id="267" r:id="rId28"/>
    <p:sldId id="268" r:id="rId29"/>
    <p:sldId id="269" r:id="rId30"/>
    <p:sldId id="275" r:id="rId31"/>
    <p:sldId id="271" r:id="rId32"/>
    <p:sldId id="274" r:id="rId33"/>
    <p:sldId id="272" r:id="rId34"/>
    <p:sldId id="273" r:id="rId35"/>
    <p:sldId id="277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29" Type="http://schemas.openxmlformats.org/officeDocument/2006/relationships/slide" Target="slides/slide11.xml"></Relationship><Relationship Id="rId30" Type="http://schemas.openxmlformats.org/officeDocument/2006/relationships/slide" Target="slides/slide12.xml"></Relationship><Relationship Id="rId31" Type="http://schemas.openxmlformats.org/officeDocument/2006/relationships/slide" Target="slides/slide13.xml"></Relationship><Relationship Id="rId32" Type="http://schemas.openxmlformats.org/officeDocument/2006/relationships/slide" Target="slides/slide14.xml"></Relationship><Relationship Id="rId33" Type="http://schemas.openxmlformats.org/officeDocument/2006/relationships/slide" Target="slides/slide15.xml"></Relationship><Relationship Id="rId34" Type="http://schemas.openxmlformats.org/officeDocument/2006/relationships/slide" Target="slides/slide16.xml"></Relationship><Relationship Id="rId35" Type="http://schemas.openxmlformats.org/officeDocument/2006/relationships/slide" Target="slides/slide17.xml"></Relationship><Relationship Id="rId36" Type="http://schemas.openxmlformats.org/officeDocument/2006/relationships/slide" Target="slides/slide18.xml"></Relationship><Relationship Id="rId37" Type="http://schemas.openxmlformats.org/officeDocument/2006/relationships/viewProps" Target="viewProps.xml"></Relationship><Relationship Id="rId38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.xml.rels><?xml version="1.0" encoding="UTF-8"?>
<Relationships xmlns="http://schemas.openxmlformats.org/package/2006/relationships"><Relationship Id="rId3" Type="http://schemas.openxmlformats.org/officeDocument/2006/relationships/image" Target="../media/fImage8773601534986.jpeg"></Relationship><Relationship Id="rId4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image1.png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image" Target="../media/image2.png"></Relationship><Relationship Id="rId3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image" Target="../media/image3.png"></Relationship><Relationship Id="rId3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3" Type="http://schemas.openxmlformats.org/officeDocument/2006/relationships/image" Target="../media/image5.png"></Relationship><Relationship Id="rId2" Type="http://schemas.openxmlformats.org/officeDocument/2006/relationships/image" Target="../media/image4.png"></Relationship><Relationship Id="rId4" Type="http://schemas.openxmlformats.org/officeDocument/2006/relationships/slideLayout" Target="../slideLayouts/slideLayout7.xml"></Relationship></Relationships>
</file>

<file path=ppt/slides/_rels/slide7.xml.rels><?xml version="1.0" encoding="UTF-8"?>
<Relationships xmlns="http://schemas.openxmlformats.org/package/2006/relationships"><Relationship Id="rId3" Type="http://schemas.openxmlformats.org/officeDocument/2006/relationships/image" Target="../media/image7.png"></Relationship><Relationship Id="rId2" Type="http://schemas.openxmlformats.org/officeDocument/2006/relationships/image" Target="../media/image6.jpeg"></Relationship><Relationship Id="rId4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image" Target="../media/image8.png"></Relationship><Relationship Id="rId3" Type="http://schemas.openxmlformats.org/officeDocument/2006/relationships/slideLayout" Target="../slideLayouts/slideLayout2.xml"></Relationship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image" Target="../media/image9.png"></Relationship><Relationship Id="rId3" Type="http://schemas.openxmlformats.org/officeDocument/2006/relationships/slideLayout" Target="../slideLayouts/slideLayout2.xml"></Relationship></Relationships>
</file>

<file path=ppt/slides/_rels/slide10.xml.rels><?xml version="1.0" encoding="UTF-8"?>
<Relationships xmlns="http://schemas.openxmlformats.org/package/2006/relationships"><Relationship Id="rId2" Type="http://schemas.openxmlformats.org/officeDocument/2006/relationships/image" Target="../media/image10.png"></Relationship><Relationship Id="rId3" Type="http://schemas.openxmlformats.org/officeDocument/2006/relationships/slideLayout" Target="../slideLayouts/slideLayout2.xml"></Relationship></Relationships>
</file>

<file path=ppt/slides/_rels/slide11.xml.rels><?xml version="1.0" encoding="UTF-8"?>
<Relationships xmlns="http://schemas.openxmlformats.org/package/2006/relationships"><Relationship Id="rId3" Type="http://schemas.openxmlformats.org/officeDocument/2006/relationships/image" Target="../media/image12.png"></Relationship><Relationship Id="rId2" Type="http://schemas.openxmlformats.org/officeDocument/2006/relationships/image" Target="../media/image11.png"></Relationship><Relationship Id="rId4" Type="http://schemas.openxmlformats.org/officeDocument/2006/relationships/image" Target="../media/image13.png"></Relationship><Relationship Id="rId5" Type="http://schemas.openxmlformats.org/officeDocument/2006/relationships/slideLayout" Target="../slideLayouts/slideLayout2.xml"></Relationship></Relationships>
</file>

<file path=ppt/slides/_rels/slide12.xml.rels><?xml version="1.0" encoding="UTF-8"?>
<Relationships xmlns="http://schemas.openxmlformats.org/package/2006/relationships"><Relationship Id="rId2" Type="http://schemas.openxmlformats.org/officeDocument/2006/relationships/image" Target="../media/image14.png"></Relationship><Relationship Id="rId3" Type="http://schemas.openxmlformats.org/officeDocument/2006/relationships/slideLayout" Target="../slideLayouts/slideLayout2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4.xml.rels><?xml version="1.0" encoding="UTF-8"?>
<Relationships xmlns="http://schemas.openxmlformats.org/package/2006/relationships"><Relationship Id="rId2" Type="http://schemas.openxmlformats.org/officeDocument/2006/relationships/image" Target="../media/image15.png"></Relationship><Relationship Id="rId3" Type="http://schemas.openxmlformats.org/officeDocument/2006/relationships/slideLayout" Target="../slideLayouts/slideLayout2.xml"></Relationship></Relationships>
</file>

<file path=ppt/slides/_rels/slide15.xml.rels><?xml version="1.0" encoding="UTF-8"?>
<Relationships xmlns="http://schemas.openxmlformats.org/package/2006/relationships"><Relationship Id="rId2" Type="http://schemas.openxmlformats.org/officeDocument/2006/relationships/image" Target="../media/image16.png"></Relationship><Relationship Id="rId3" Type="http://schemas.openxmlformats.org/officeDocument/2006/relationships/slideLayout" Target="../slideLayouts/slideLayout2.xml"></Relationship></Relationships>
</file>

<file path=ppt/slides/_rels/slide16.xml.rels><?xml version="1.0" encoding="UTF-8"?>
<Relationships xmlns="http://schemas.openxmlformats.org/package/2006/relationships"><Relationship Id="rId3" Type="http://schemas.openxmlformats.org/officeDocument/2006/relationships/image" Target="../media/image18.png"></Relationship><Relationship Id="rId2" Type="http://schemas.openxmlformats.org/officeDocument/2006/relationships/image" Target="../media/image17.png"></Relationship><Relationship Id="rId4" Type="http://schemas.openxmlformats.org/officeDocument/2006/relationships/slideLayout" Target="../slideLayouts/slideLayout2.xml"></Relationship></Relationships>
</file>

<file path=ppt/slides/_rels/slide17.xml.rels><?xml version="1.0" encoding="UTF-8"?>
<Relationships xmlns="http://schemas.openxmlformats.org/package/2006/relationships"><Relationship Id="rId2" Type="http://schemas.openxmlformats.org/officeDocument/2006/relationships/image" Target="../media/image19.png"></Relationship><Relationship Id="rId3" Type="http://schemas.openxmlformats.org/officeDocument/2006/relationships/slideLayout" Target="../slideLayouts/slideLayout2.xml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image" Target="../media/fImage1854999914770.png"></Relationship><Relationship Id="rId3" Type="http://schemas.openxmlformats.org/officeDocument/2006/relationships/image" Target="../media/fImage3331940937170.png"></Relationship><Relationship Id="rId4" Type="http://schemas.openxmlformats.org/officeDocument/2006/relationships/image" Target="../media/fImage691656952782.png"></Relationship><Relationship Id="rId5" Type="http://schemas.openxmlformats.org/officeDocument/2006/relationships/image" Target="../media/fImage867510931666.png"></Relationship><Relationship Id="rId6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590550"/>
            <a:ext cx="10518140" cy="5589270"/>
          </a:xfrm>
          <a:prstGeom prst="rect">
            <a:avLst/>
          </a:prstGeo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algn="ctr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사전 준비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리얼센스, 아스트라, 키넥트등의 센서를 노트북과 연결합니다.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빔프로젝터와 노트북을 연결합니다.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빔프로젝터의 출력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화면이 노트북과 연결된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HDMI 화면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을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출력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하도록 설정을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변경합니다.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사진에 붉게 표시된 부분을 클릭하면서 진행해주세요.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내용 개체 틀 2" descr="C:/Users/MSI/AppData/Roaming/PolarisOffice/ETemp/18288_16179232/fImage8773601534986.jpeg"/>
          <p:cNvPicPr>
            <a:picLocks noChangeAspect="1"/>
          </p:cNvPicPr>
          <p:nvPr>
            <p:ph type="obj"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449070" y="1055370"/>
            <a:ext cx="9302115" cy="473964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내용 개체 틀 2" descr="C:/Users/MSI/AppData/Roaming/PolarisOffice/ETemp/18288_16179232/image1.png"/>
          <p:cNvPicPr>
            <a:picLocks noChangeAspect="1"/>
          </p:cNvPicPr>
          <p:nvPr>
            <p:ph type="obj" idx="1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141095" y="1049655"/>
            <a:ext cx="9906635" cy="476059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7680" y="994410"/>
            <a:ext cx="8679815" cy="48704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590550"/>
            <a:ext cx="10517505" cy="5588635"/>
          </a:xfrm>
          <a:prstGeom prst="rect">
            <a:avLst/>
          </a:prstGeo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받은 파일을 설치합니다.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해당 창이 나타나면 보유하고 있는 장치(Astra,Real Sence,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Kinect)의 드라이버 설치를 체크합니다.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설치과정을 마저 진행하고, 설치가 끝나면 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 LUMOPlay를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실행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합니다.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4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490" y="588010"/>
            <a:ext cx="4763135" cy="370586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B09C016-1B63-4130-9D44-11C358EFD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455" y="1476375"/>
            <a:ext cx="6436360" cy="42322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6536362-F988-4281-A614-CE5DF10A7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90" y="1306195"/>
            <a:ext cx="2693035" cy="4572000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2DE37BB-B72B-4696-95BD-998E57C84FBA}"/>
              </a:ext>
            </a:extLst>
          </p:cNvPr>
          <p:cNvCxnSpPr/>
          <p:nvPr/>
        </p:nvCxnSpPr>
        <p:spPr>
          <a:xfrm flipV="1">
            <a:off x="2828925" y="2600325"/>
            <a:ext cx="2286000" cy="23145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E27CCD-52C1-4B5F-B61E-41939C884481}"/>
              </a:ext>
            </a:extLst>
          </p:cNvPr>
          <p:cNvSpPr/>
          <p:nvPr/>
        </p:nvSpPr>
        <p:spPr>
          <a:xfrm>
            <a:off x="919480" y="481965"/>
            <a:ext cx="9109710" cy="645795"/>
          </a:xfrm>
          <a:prstGeom prst="rect">
            <a:avLst/>
          </a:prstGeom>
        </p:spPr>
        <p:txBody>
          <a:bodyPr wrap="none" lIns="91440" tIns="45720" rIns="91440" bIns="45720" numCol="1" vert="horz" anchor="t">
            <a:spAutoFit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/>
              <a:t>설치가 끝나면</a:t>
            </a:r>
            <a:r>
              <a:rPr lang="ko-KR" altLang="en-US" b="1"/>
              <a:t> </a:t>
            </a:r>
            <a:r>
              <a:rPr lang="ko-KR" altLang="en-US"/>
              <a:t>LUMOPlay를 클릭</a:t>
            </a:r>
            <a:r>
              <a:rPr lang="ko-KR" altLang="en-US"/>
              <a:t>해주세요. 만약 프로젝터가 연결되어 있지 않다면 </a:t>
            </a:r>
            <a:endParaRPr lang="ko-KR" altLang="en-US"/>
          </a:p>
          <a:p>
            <a:pPr marL="228600" indent="-228600" latinLnBrk="0">
              <a:buFontTx/>
              <a:buNone/>
            </a:pPr>
            <a:r>
              <a:rPr lang="ko-KR" altLang="en-US" b="1"/>
              <a:t>반드시 </a:t>
            </a:r>
            <a:r>
              <a:rPr lang="ko-KR" altLang="en-US" b="1"/>
              <a:t>프로젝터를 연결한 후에</a:t>
            </a:r>
            <a:r>
              <a:rPr lang="ko-KR" altLang="en-US" b="1"/>
              <a:t> 진행해주세요.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625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590550"/>
            <a:ext cx="10516870" cy="5588000"/>
          </a:xfrm>
          <a:prstGeom prst="rect">
            <a:avLst/>
          </a:prstGeo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붉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게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표시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된 부분을 클릭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합니다.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보정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탭을 클릭합니다.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4" name="그림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415" y="571500"/>
            <a:ext cx="6757035" cy="5081270"/>
          </a:xfrm>
          <a:prstGeom prst="rect">
            <a:avLst/>
          </a:prstGeom>
          <a:noFill/>
        </p:spPr>
      </p:pic>
      <p:pic>
        <p:nvPicPr>
          <p:cNvPr id="5" name="그림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755" y="590550"/>
            <a:ext cx="2410460" cy="447738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590550"/>
            <a:ext cx="10516235" cy="55873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 lnSpcReduction="10000"/>
          </a:bodyPr>
          <a:lstStyle/>
          <a:p>
            <a:pPr marL="228600" indent="-228600" latinLnBrk="0">
              <a:buFont typeface="Arial"/>
              <a:buChar char="•"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algn="ctr" latinLnBrk="0">
              <a:buFontTx/>
              <a:buNone/>
            </a:pPr>
            <a:endParaRPr lang="ko-KR" altLang="en-US" sz="1500">
              <a:latin typeface="+mn-lt"/>
              <a:ea typeface="+mn-ea"/>
              <a:cs typeface="+mn-cs"/>
            </a:endParaRPr>
          </a:p>
          <a:p>
            <a:pPr marL="228600" indent="-228600" algn="ctr" latinLnBrk="0">
              <a:buFontTx/>
              <a:buNone/>
            </a:pPr>
            <a:r>
              <a:rPr lang="ko-KR" altLang="en-US" sz="1500">
                <a:latin typeface="+mn-lt"/>
                <a:ea typeface="+mn-ea"/>
                <a:cs typeface="+mn-cs"/>
              </a:rPr>
              <a:t>해당 그림처럼 센서와 빔 프로젝터, 기기에 따라 사용자가 원하는 설정을 선택하세요.</a:t>
            </a:r>
          </a:p>
          <a:p>
            <a:pPr marL="228600" indent="-228600" algn="ctr" latinLnBrk="0">
              <a:buFontTx/>
              <a:buNone/>
            </a:pPr>
            <a:r>
              <a:rPr lang="ko-KR" altLang="en-US" sz="1500">
                <a:latin typeface="+mn-lt"/>
                <a:ea typeface="+mn-ea"/>
                <a:cs typeface="+mn-cs"/>
              </a:rPr>
              <a:t>설정에 따라 관련된 앱을 표시하도록 필터가 변경됩니다.</a:t>
            </a:r>
          </a:p>
        </p:txBody>
      </p:sp>
      <p:pic>
        <p:nvPicPr>
          <p:cNvPr id="4" name="그림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920" y="589280"/>
            <a:ext cx="6614160" cy="437070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590550"/>
            <a:ext cx="10517505" cy="5588635"/>
          </a:xfrm>
          <a:prstGeom prst="rect">
            <a:avLst/>
          </a:prstGeom>
        </p:spPr>
        <p:txBody>
          <a:bodyPr wrap="square" lIns="91440" tIns="45720" rIns="91440" bIns="45720" numCol="1" vert="horz" anchor="t">
            <a:normAutofit fontScale="92500" lnSpcReduction="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위 화면과 같이 2개의 해상도가 나온다면 빔 프로젝터가 정상적으로 연결되었다는 것입니다.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만약, 디스플레이가 하나만 보인다면 </a:t>
            </a:r>
            <a:r>
              <a:rPr lang="ko-KR" altLang="en-US" sz="1500" u="sng">
                <a:latin typeface="맑은 고딕" charset="0"/>
                <a:ea typeface="맑은 고딕" charset="0"/>
                <a:cs typeface="+mn-cs"/>
              </a:rPr>
              <a:t>화면</a:t>
            </a:r>
            <a:r>
              <a:rPr lang="ko-KR" altLang="en-US" sz="1500" u="sng">
                <a:latin typeface="+mn-lt"/>
                <a:ea typeface="맑은 고딕" charset="0"/>
                <a:cs typeface="+mn-cs"/>
              </a:rPr>
              <a:t> </a:t>
            </a:r>
            <a:r>
              <a:rPr lang="ko-KR" altLang="en-US" sz="1500" u="sng">
                <a:latin typeface="맑은 고딕" charset="0"/>
                <a:ea typeface="맑은 고딕" charset="0"/>
                <a:cs typeface="+mn-cs"/>
              </a:rPr>
              <a:t>확장</a:t>
            </a:r>
            <a:r>
              <a:rPr lang="ko-KR" altLang="en-US" sz="1500" u="sng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500" u="sng">
                <a:latin typeface="맑은 고딕" charset="0"/>
                <a:ea typeface="맑은 고딕" charset="0"/>
                <a:cs typeface="+mn-cs"/>
              </a:rPr>
              <a:t>모드를</a:t>
            </a:r>
            <a:r>
              <a:rPr lang="ko-KR" altLang="en-US" sz="1500" u="sng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500" u="sng">
                <a:latin typeface="맑은 고딕" charset="0"/>
                <a:ea typeface="맑은 고딕" charset="0"/>
                <a:cs typeface="+mn-cs"/>
              </a:rPr>
              <a:t>선택해주세요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 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Windows10</a:t>
            </a:r>
            <a:r>
              <a:rPr lang="ko-KR" altLang="en-US" sz="1000">
                <a:latin typeface="+mn-lt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기준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(설정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-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시스템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-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디스플레이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-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여러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디스플레이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-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다중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디스플레이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-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디스플레이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확장)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혹은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000">
                <a:latin typeface="맑은 고딕" charset="0"/>
                <a:ea typeface="맑은 고딕" charset="0"/>
                <a:cs typeface="+mn-cs"/>
              </a:rPr>
              <a:t>fn/cmd +  FNum(화면 설정을 가리키는 키보드)</a:t>
            </a:r>
            <a:endParaRPr lang="ko-KR" altLang="en-US" sz="10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연결된 빔 프로젝터의 해상도를 선택합니다.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만약 이 단계에서 HDMI케이블을 연결했거나, 설정에서 프로젝터의 해상도를 변경하는 등의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변동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사항이 있다면 상단의 “</a:t>
            </a:r>
            <a:r>
              <a:rPr lang="ko-KR" altLang="en-US" sz="1500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</a:rPr>
              <a:t>다시로드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”버튼을 클릭해 최신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상태로 갱신해야 합니다.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4" name="그림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970" y="589280"/>
            <a:ext cx="5568315" cy="3668395"/>
          </a:xfrm>
          <a:prstGeom prst="rect">
            <a:avLst/>
          </a:prstGeom>
          <a:noFill/>
        </p:spPr>
      </p:pic>
      <p:sp>
        <p:nvSpPr>
          <p:cNvPr id="2" name="타원 1"/>
          <p:cNvSpPr>
            <a:spLocks/>
          </p:cNvSpPr>
          <p:nvPr/>
        </p:nvSpPr>
        <p:spPr>
          <a:xfrm rot="0">
            <a:off x="7978140" y="955675"/>
            <a:ext cx="732155" cy="37719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n w="0" cap="flat" cmpd="sng">
                <a:solidFill>
                  <a:srgbClr val="FF0000">
                    <a:alpha val="100000"/>
                  </a:srgbClr>
                </a:solidFill>
                <a:prstDash val="solid"/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590550"/>
            <a:ext cx="10516235" cy="55873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lnSpc>
                <a:spcPct val="150000"/>
              </a:lnSpc>
              <a:buFont typeface="Arial"/>
              <a:buChar char="•"/>
            </a:pPr>
            <a:r>
              <a:rPr lang="ko-KR" altLang="en-US" sz="1500" dirty="0">
                <a:latin typeface="+mn-lt"/>
                <a:ea typeface="+mn-ea"/>
                <a:cs typeface="+mn-cs"/>
              </a:rPr>
              <a:t>연결된 장치 (Astra/RealSense/Kinect 등등)를 클릭한 후 센서 앞에서 움직여 장치가 제대로 동작하는지 확인하세요. 장치에 움직임이 인식되지 않을 경우 해당 장치의 </a:t>
            </a:r>
            <a:r>
              <a:rPr lang="ko-KR" altLang="en-US" sz="1500" u="sng" dirty="0">
                <a:latin typeface="+mn-lt"/>
                <a:ea typeface="+mn-ea"/>
                <a:cs typeface="+mn-cs"/>
              </a:rPr>
              <a:t>펌웨어 업데이트</a:t>
            </a:r>
            <a:r>
              <a:rPr lang="ko-KR" altLang="en-US" sz="1500" dirty="0">
                <a:latin typeface="+mn-lt"/>
                <a:ea typeface="+mn-ea"/>
                <a:cs typeface="+mn-cs"/>
              </a:rPr>
              <a:t>가 필요 할 수 있습니다.</a:t>
            </a:r>
          </a:p>
        </p:txBody>
      </p:sp>
      <p:pic>
        <p:nvPicPr>
          <p:cNvPr id="4" name="그림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320" y="594360"/>
            <a:ext cx="6408420" cy="421767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E19ED3-F015-4967-8AE9-DB6A3866D9C8}"/>
              </a:ext>
            </a:extLst>
          </p:cNvPr>
          <p:cNvSpPr txBox="1"/>
          <p:nvPr/>
        </p:nvSpPr>
        <p:spPr>
          <a:xfrm>
            <a:off x="0" y="0"/>
            <a:ext cx="221488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센서 인식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590550"/>
            <a:ext cx="10517505" cy="5588635"/>
          </a:xfrm>
          <a:prstGeom prst="rect">
            <a:avLst/>
          </a:prstGeo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							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4" name="그림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420" y="594360"/>
            <a:ext cx="4029075" cy="2639060"/>
          </a:xfrm>
          <a:prstGeom prst="rect">
            <a:avLst/>
          </a:prstGeom>
          <a:noFill/>
        </p:spPr>
      </p:pic>
      <p:pic>
        <p:nvPicPr>
          <p:cNvPr id="5" name="그림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135" y="594995"/>
            <a:ext cx="4034155" cy="2638425"/>
          </a:xfrm>
          <a:prstGeom prst="rect">
            <a:avLst/>
          </a:prstGeom>
          <a:noFill/>
        </p:spPr>
      </p:pic>
      <p:pic>
        <p:nvPicPr>
          <p:cNvPr id="6" name="그림 1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610" y="3536950"/>
            <a:ext cx="4042410" cy="2642235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88BD81-30E3-4585-9291-00B6407529E4}"/>
              </a:ext>
            </a:extLst>
          </p:cNvPr>
          <p:cNvSpPr txBox="1"/>
          <p:nvPr/>
        </p:nvSpPr>
        <p:spPr>
          <a:xfrm>
            <a:off x="0" y="0"/>
            <a:ext cx="221488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센서 인식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7" name="텍스트 상자 1"/>
          <p:cNvSpPr txBox="1">
            <a:spLocks/>
          </p:cNvSpPr>
          <p:nvPr/>
        </p:nvSpPr>
        <p:spPr>
          <a:xfrm rot="0">
            <a:off x="6278880" y="3563620"/>
            <a:ext cx="4809490" cy="279908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28600" indent="-228600" latinLnBrk="0">
              <a:buFontTx/>
              <a:buNone/>
            </a:pP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	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화면이 제대로 반응하는지 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확인하기 위해 센서 앞에서 움직여 보면서 다음 차례로 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넘어갑니다.</a:t>
            </a:r>
            <a:endParaRPr lang="ko-KR" altLang="en-US" sz="14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	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만약 화면이 제대로 반응하지 않는다면, 다른 장치를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사용하거나 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사용중인 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해당 장치의 펌웨어 업데이트를 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해서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해당 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센서가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움직임을 인식할 수 있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는지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확인</a:t>
            </a: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합니다.</a:t>
            </a:r>
            <a:endParaRPr lang="ko-KR" altLang="en-US" sz="14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400">
                <a:latin typeface="맑은 고딕" charset="0"/>
                <a:ea typeface="맑은 고딕" charset="0"/>
                <a:cs typeface="+mn-cs"/>
              </a:rPr>
              <a:t>	프로젝터와 센서의 위치에 따라 ‘앱 영역 마스크’의 붉게 표시된 부분에서 반전 선택을 하여 실제 사용 영역을 조정할 필요가 있습니다.</a:t>
            </a:r>
            <a:r>
              <a:rPr lang="ko-KR" altLang="en-US" sz="1100">
                <a:latin typeface="맑은 고딕" charset="0"/>
                <a:ea typeface="맑은 고딕" charset="0"/>
                <a:cs typeface="+mn-cs"/>
              </a:rPr>
              <a:t>(현 예제에서는 빔 프로젝터와 리얼센스/아스트라가 같은 위치에서 같은 방향을 바라보고 있으며, 거울 반전을 한 상태에서 테스트 했습니다.)</a:t>
            </a:r>
            <a:endParaRPr lang="ko-KR" altLang="en-US" sz="1600">
              <a:latin typeface="맑은 고딕" charset="0"/>
              <a:ea typeface="맑은 고딕" charset="0"/>
            </a:endParaRPr>
          </a:p>
        </p:txBody>
      </p:sp>
      <p:sp>
        <p:nvSpPr>
          <p:cNvPr id="8" name="도형 2"/>
          <p:cNvSpPr>
            <a:spLocks/>
          </p:cNvSpPr>
          <p:nvPr/>
        </p:nvSpPr>
        <p:spPr>
          <a:xfrm rot="0">
            <a:off x="2404110" y="1669415"/>
            <a:ext cx="286385" cy="675005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590550"/>
            <a:ext cx="10516235" cy="55873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1500" dirty="0">
              <a:latin typeface="+mn-lt"/>
              <a:ea typeface="+mn-ea"/>
              <a:cs typeface="+mn-cs"/>
            </a:endParaRPr>
          </a:p>
          <a:p>
            <a:pPr marL="228600" indent="-228600" latinLnBrk="0">
              <a:lnSpc>
                <a:spcPct val="150000"/>
              </a:lnSpc>
              <a:buFontTx/>
              <a:buNone/>
            </a:pPr>
            <a:r>
              <a:rPr lang="ko-KR" altLang="en-US" sz="1500" dirty="0">
                <a:latin typeface="+mn-lt"/>
                <a:ea typeface="+mn-ea"/>
                <a:cs typeface="+mn-cs"/>
              </a:rPr>
              <a:t>  설정이 완료된 화면입니다. 원하는 어플리케이션을 선택하여 다운로드 한 후, 플레이버튼을 누르시고, 해당 콘텐츠를 이용하시면 됩니다.</a:t>
            </a:r>
          </a:p>
        </p:txBody>
      </p:sp>
      <p:pic>
        <p:nvPicPr>
          <p:cNvPr id="4" name="그림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815" y="710565"/>
            <a:ext cx="6260465" cy="4110990"/>
          </a:xfrm>
          <a:prstGeom prst="rect">
            <a:avLst/>
          </a:prstGeom>
          <a:noFill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6D8B10D-144D-41F1-8F29-6FB55B0B138E}"/>
              </a:ext>
            </a:extLst>
          </p:cNvPr>
          <p:cNvSpPr/>
          <p:nvPr/>
        </p:nvSpPr>
        <p:spPr>
          <a:xfrm>
            <a:off x="0" y="0"/>
            <a:ext cx="3800475" cy="369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앱 콘텐츠 선택 및 플레이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590550"/>
            <a:ext cx="10520045" cy="5591175"/>
          </a:xfrm>
          <a:prstGeom prst="rect">
            <a:avLst/>
          </a:prstGeo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algn="ctr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모션 메이커 소개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algn="ctr" latinLnBrk="0">
              <a:buFontTx/>
              <a:buNone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algn="ctr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21년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업데이트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이후,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트리얼 버전에서도 콘텐츠를 편집하고 게시할 수 있는 데모 템플릿이 추가되었습니다.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algn="ctr" latinLnBrk="0">
              <a:buFontTx/>
              <a:buNone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algn="ctr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템플릿마다 구성요소는 다르지만 공통적인 구성 요소로는 Overlay, Background등이 있고,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algn="ctr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콘텐츠의 내역에 따라 추가 구성요소가 존재합니다.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590550"/>
            <a:ext cx="10518140" cy="5589270"/>
          </a:xfrm>
          <a:prstGeom prst="rect">
            <a:avLst/>
          </a:prstGeom>
        </p:spPr>
        <p:txBody>
          <a:bodyPr wrap="square" lIns="91440" tIns="45720" rIns="91440" bIns="45720" numCol="1" vert="horz" anchor="t">
            <a:normAutofit fontScale="92500" lnSpcReduction="1000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좌측 상단의 Motion Maker탭을 클릭하면 위와 같은 화면이 등장합니다.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lnSpc>
                <a:spcPct val="160000"/>
              </a:lnSpc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미리보기를 통해 원하는 템플릿을 다운받고 파란 버튼을 누르면 초안이 생성되며 초안 탭에서 편집 버튼을 누르면 초안이 열립니다.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lnSpc>
                <a:spcPct val="160000"/>
              </a:lnSpc>
              <a:buFontTx/>
              <a:buNone/>
            </a:pP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원활한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작업을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위해,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보정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탭으로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들어가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“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앱 또는 효과를 실행할 디스플레이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”</a:t>
            </a:r>
            <a:r>
              <a:rPr lang="ko-KR" altLang="en-US" sz="1500" b="1">
                <a:latin typeface="맑은 고딕" charset="0"/>
                <a:ea typeface="맑은 고딕" charset="0"/>
                <a:cs typeface="+mn-cs"/>
              </a:rPr>
              <a:t>를 컴퓨터의 화면으로 설정해주세요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4" name="그림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15" y="589915"/>
            <a:ext cx="6421120" cy="4219575"/>
          </a:xfrm>
          <a:prstGeom prst="rect">
            <a:avLst/>
          </a:prstGeom>
          <a:noFill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561B801-30BD-4D4B-82D8-727FA3F6BF46}"/>
              </a:ext>
            </a:extLst>
          </p:cNvPr>
          <p:cNvSpPr/>
          <p:nvPr/>
        </p:nvSpPr>
        <p:spPr>
          <a:xfrm>
            <a:off x="-635" y="24765"/>
            <a:ext cx="3699510" cy="369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charset="0"/>
                <a:ea typeface="맑은 고딕" charset="0"/>
              </a:rPr>
              <a:t>[</a:t>
            </a:r>
            <a:r>
              <a:rPr lang="ko-KR" altLang="en-US" dirty="0">
                <a:latin typeface="맑은 고딕" charset="0"/>
                <a:ea typeface="맑은 고딕" charset="0"/>
              </a:rPr>
              <a:t>Motion Maker</a:t>
            </a:r>
            <a:r>
              <a:rPr lang="en-US" altLang="ko-KR" dirty="0">
                <a:latin typeface="맑은 고딕" charset="0"/>
                <a:ea typeface="맑은 고딕" charset="0"/>
              </a:rPr>
              <a:t>]</a:t>
            </a:r>
            <a:r>
              <a:rPr lang="ko-KR" altLang="en-US" dirty="0">
                <a:latin typeface="맑은 고딕" charset="0"/>
                <a:ea typeface="맑은 고딕" charset="0"/>
              </a:rPr>
              <a:t> 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590550"/>
            <a:ext cx="10517505" cy="5588635"/>
          </a:xfrm>
          <a:prstGeom prst="rect">
            <a:avLst/>
          </a:prstGeo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Clr>
                <a:srgbClr val="000000"/>
              </a:buClr>
              <a:buFont typeface="Arial"/>
              <a:buChar char="•"/>
            </a:pP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 다운로드 받은 템플릿의 화면입니다. 실시간으로 설정값을 변경하며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각 수치가 어떤 작용을 하는지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차이점을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확인해 볼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수 있고, 효과의 속도를 조절하거나 모양을 변경할 수 있습니다.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4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895" y="584200"/>
            <a:ext cx="7531100" cy="4225290"/>
          </a:xfrm>
          <a:prstGeom prst="rect">
            <a:avLst/>
          </a:prstGeom>
          <a:noFill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F5106F-03D4-435E-B162-B8491EA1D3CB}"/>
              </a:ext>
            </a:extLst>
          </p:cNvPr>
          <p:cNvSpPr/>
          <p:nvPr/>
        </p:nvSpPr>
        <p:spPr>
          <a:xfrm>
            <a:off x="-635" y="24765"/>
            <a:ext cx="3699510" cy="369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charset="0"/>
                <a:ea typeface="맑은 고딕" charset="0"/>
              </a:rPr>
              <a:t>[</a:t>
            </a:r>
            <a:r>
              <a:rPr lang="ko-KR" altLang="en-US" dirty="0">
                <a:latin typeface="맑은 고딕" charset="0"/>
                <a:ea typeface="맑은 고딕" charset="0"/>
              </a:rPr>
              <a:t>Motion Maker</a:t>
            </a:r>
            <a:r>
              <a:rPr lang="en-US" altLang="ko-KR" dirty="0">
                <a:latin typeface="맑은 고딕" charset="0"/>
                <a:ea typeface="맑은 고딕" charset="0"/>
              </a:rPr>
              <a:t>]</a:t>
            </a:r>
            <a:r>
              <a:rPr lang="ko-KR" altLang="en-US" dirty="0">
                <a:latin typeface="맑은 고딕" charset="0"/>
                <a:ea typeface="맑은 고딕" charset="0"/>
              </a:rPr>
              <a:t> 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590550"/>
            <a:ext cx="10518140" cy="5589270"/>
          </a:xfrm>
          <a:prstGeom prst="rect">
            <a:avLst/>
          </a:prstGeo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공통적으로 붙어있는 옵션입니다.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툴팁이 아직 추가 되어있지 않아 정확한 기능을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파악하기 어렵습니다.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일단 파악한 것만 설명해보면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Idle Animation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-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대기 화면 상태에 애니메이션 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효과를 줄 것인지 여부를 묻는 체크박스입니다.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Idle Alpha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-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대기 애니메이션의 투명도입니다.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Idle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-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대기화면을 채울 이미지입니다.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(다른 템플릿을 보았을때, 아틀라스맵처럼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여러 이미지를 하나의 이미지 파일로 묶은 형식의 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이미지가 필요한 듯 합니다.)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Backgournd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-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배경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이 되는 이미지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입니다.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움직이는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이미지 파일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이 들어갈 수도, 고정된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이미지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파일이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들어갈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수도 있습니다.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440" y="588010"/>
            <a:ext cx="2491740" cy="5553075"/>
          </a:xfrm>
          <a:prstGeom prst="rect">
            <a:avLst/>
          </a:prstGeom>
          <a:noFill/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588645"/>
            <a:ext cx="3324860" cy="3029585"/>
          </a:xfrm>
          <a:prstGeom prst="rect">
            <a:avLst/>
          </a:prstGeom>
          <a:noFill/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A91EF00-E8B3-4BD8-B2AE-F266932CA5C0}"/>
              </a:ext>
            </a:extLst>
          </p:cNvPr>
          <p:cNvSpPr/>
          <p:nvPr/>
        </p:nvSpPr>
        <p:spPr>
          <a:xfrm>
            <a:off x="-635" y="24765"/>
            <a:ext cx="3699510" cy="369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charset="0"/>
                <a:ea typeface="맑은 고딕" charset="0"/>
              </a:rPr>
              <a:t>[</a:t>
            </a:r>
            <a:r>
              <a:rPr lang="ko-KR" altLang="en-US" dirty="0">
                <a:latin typeface="맑은 고딕" charset="0"/>
                <a:ea typeface="맑은 고딕" charset="0"/>
              </a:rPr>
              <a:t>Motion Maker</a:t>
            </a:r>
            <a:r>
              <a:rPr lang="en-US" altLang="ko-KR" dirty="0">
                <a:latin typeface="맑은 고딕" charset="0"/>
                <a:ea typeface="맑은 고딕" charset="0"/>
              </a:rPr>
              <a:t>]</a:t>
            </a:r>
            <a:r>
              <a:rPr lang="ko-KR" altLang="en-US" dirty="0">
                <a:latin typeface="맑은 고딕" charset="0"/>
                <a:ea typeface="맑은 고딕" charset="0"/>
              </a:rPr>
              <a:t> 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590550"/>
            <a:ext cx="10517505" cy="5588635"/>
          </a:xfrm>
          <a:prstGeom prst="rect">
            <a:avLst/>
          </a:prstGeo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해당 템플릿에만 존재하는 템플릿 전용 추가 구성요소의 설정입니다. 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템플릿을 표현하는 효과의 크기나 효과로 인한 변수제어등을 이곳에서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설정합니다.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주로 이펙트의 모양, 회전속도,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원래 상태로 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회복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하는</a:t>
            </a: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 시간, 크기, 방향등을 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Tx/>
              <a:buNone/>
            </a:pPr>
            <a:r>
              <a:rPr lang="ko-KR" altLang="en-US" sz="1500">
                <a:latin typeface="맑은 고딕" charset="0"/>
                <a:ea typeface="맑은 고딕" charset="0"/>
                <a:cs typeface="+mn-cs"/>
              </a:rPr>
              <a:t>제어할 수 있습니다. </a:t>
            </a:r>
            <a:endParaRPr lang="ko-KR" altLang="en-US" sz="1500"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4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320" y="585470"/>
            <a:ext cx="3969385" cy="5581650"/>
          </a:xfrm>
          <a:prstGeom prst="rect">
            <a:avLst/>
          </a:prstGeom>
          <a:noFill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84CC5D3-3102-4564-B54F-EC41F44A43B6}"/>
              </a:ext>
            </a:extLst>
          </p:cNvPr>
          <p:cNvSpPr/>
          <p:nvPr/>
        </p:nvSpPr>
        <p:spPr>
          <a:xfrm>
            <a:off x="-635" y="24765"/>
            <a:ext cx="3699510" cy="369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charset="0"/>
                <a:ea typeface="맑은 고딕" charset="0"/>
              </a:rPr>
              <a:t>[</a:t>
            </a:r>
            <a:r>
              <a:rPr lang="ko-KR" altLang="en-US" dirty="0">
                <a:latin typeface="맑은 고딕" charset="0"/>
                <a:ea typeface="맑은 고딕" charset="0"/>
              </a:rPr>
              <a:t>Motion Maker</a:t>
            </a:r>
            <a:r>
              <a:rPr lang="en-US" altLang="ko-KR" dirty="0">
                <a:latin typeface="맑은 고딕" charset="0"/>
                <a:ea typeface="맑은 고딕" charset="0"/>
              </a:rPr>
              <a:t>]</a:t>
            </a:r>
            <a:r>
              <a:rPr lang="ko-KR" altLang="en-US" dirty="0">
                <a:latin typeface="맑은 고딕" charset="0"/>
                <a:ea typeface="맑은 고딕" charset="0"/>
              </a:rPr>
              <a:t> 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ADA677C-168E-451A-A2C5-FBD99A9CB2E7}"/>
              </a:ext>
            </a:extLst>
          </p:cNvPr>
          <p:cNvSpPr/>
          <p:nvPr/>
        </p:nvSpPr>
        <p:spPr>
          <a:xfrm>
            <a:off x="-635" y="24765"/>
            <a:ext cx="3699510" cy="369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charset="0"/>
                <a:ea typeface="맑은 고딕" charset="0"/>
              </a:rPr>
              <a:t>[</a:t>
            </a:r>
            <a:r>
              <a:rPr lang="ko-KR" altLang="en-US" dirty="0">
                <a:latin typeface="맑은 고딕" charset="0"/>
                <a:ea typeface="맑은 고딕" charset="0"/>
              </a:rPr>
              <a:t>추천 </a:t>
            </a:r>
            <a:r>
              <a:rPr lang="en-US" altLang="ko-KR" dirty="0" err="1">
                <a:latin typeface="맑은 고딕" charset="0"/>
                <a:ea typeface="맑은 고딕" charset="0"/>
              </a:rPr>
              <a:t>Lumo</a:t>
            </a:r>
            <a:r>
              <a:rPr lang="ko-KR" altLang="en-US" dirty="0">
                <a:latin typeface="맑은 고딕" charset="0"/>
                <a:ea typeface="맑은 고딕" charset="0"/>
              </a:rPr>
              <a:t> </a:t>
            </a:r>
            <a:r>
              <a:rPr lang="en-US" altLang="ko-KR" dirty="0">
                <a:latin typeface="맑은 고딕" charset="0"/>
                <a:ea typeface="맑은 고딕" charset="0"/>
              </a:rPr>
              <a:t>Play</a:t>
            </a:r>
            <a:r>
              <a:rPr lang="ko-KR" altLang="en-US" dirty="0">
                <a:latin typeface="맑은 고딕" charset="0"/>
                <a:ea typeface="맑은 고딕" charset="0"/>
              </a:rPr>
              <a:t> </a:t>
            </a:r>
            <a:r>
              <a:rPr lang="en-US" altLang="ko-KR" dirty="0">
                <a:latin typeface="맑은 고딕" charset="0"/>
                <a:ea typeface="맑은 고딕" charset="0"/>
              </a:rPr>
              <a:t>App</a:t>
            </a:r>
            <a:r>
              <a:rPr lang="ko-KR" altLang="en-US" dirty="0">
                <a:latin typeface="맑은 고딕" charset="0"/>
                <a:ea typeface="맑은 고딕" charset="0"/>
              </a:rPr>
              <a:t> 콘텐츠</a:t>
            </a:r>
            <a:r>
              <a:rPr lang="en-US" altLang="ko-KR" dirty="0">
                <a:latin typeface="맑은 고딕" charset="0"/>
                <a:ea typeface="맑은 고딕" charset="0"/>
              </a:rPr>
              <a:t>]</a:t>
            </a:r>
            <a:r>
              <a:rPr lang="ko-KR" altLang="en-US" dirty="0">
                <a:latin typeface="맑은 고딕" charset="0"/>
                <a:ea typeface="맑은 고딕" charset="0"/>
              </a:rPr>
              <a:t> </a:t>
            </a:r>
            <a:endParaRPr lang="ko-KR" altLang="en-US" dirty="0"/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1419860" y="2964815"/>
            <a:ext cx="2585085" cy="58420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200"/>
              <a:t>Balloon pop</a:t>
            </a:r>
            <a:endParaRPr lang="ko-KR" altLang="en-US" sz="1200"/>
          </a:p>
          <a:p>
            <a:pPr marL="0" indent="0" algn="ctr" latinLnBrk="0">
              <a:buFontTx/>
              <a:buNone/>
            </a:pPr>
            <a:r>
              <a:rPr lang="ko-KR" altLang="en-US" sz="1000"/>
              <a:t>https://www.lumoplay.com/games/balloon-pop</a:t>
            </a:r>
            <a:endParaRPr lang="ko-KR" altLang="en-US" sz="1000"/>
          </a:p>
        </p:txBody>
      </p:sp>
      <p:pic>
        <p:nvPicPr>
          <p:cNvPr id="9" name="그림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58495" y="570865"/>
            <a:ext cx="4012565" cy="2292985"/>
          </a:xfrm>
          <a:prstGeom prst="rect"/>
          <a:noFill/>
        </p:spPr>
      </p:pic>
      <p:pic>
        <p:nvPicPr>
          <p:cNvPr id="11" name="그림 3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642620" y="3545840"/>
            <a:ext cx="4020820" cy="2259330"/>
          </a:xfrm>
          <a:prstGeom prst="rect"/>
          <a:noFill/>
        </p:spPr>
      </p:pic>
      <p:pic>
        <p:nvPicPr>
          <p:cNvPr id="12" name="그림 5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054215" y="3537585"/>
            <a:ext cx="4069080" cy="2353310"/>
          </a:xfrm>
          <a:prstGeom prst="rect"/>
          <a:noFill/>
        </p:spPr>
      </p:pic>
      <p:sp>
        <p:nvSpPr>
          <p:cNvPr id="13" name="텍스트 상자 6"/>
          <p:cNvSpPr txBox="1">
            <a:spLocks/>
          </p:cNvSpPr>
          <p:nvPr/>
        </p:nvSpPr>
        <p:spPr>
          <a:xfrm rot="0">
            <a:off x="7865745" y="2967355"/>
            <a:ext cx="2585720" cy="58420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200"/>
              <a:t>Cooper's Zombies</a:t>
            </a:r>
            <a:endParaRPr lang="ko-KR" altLang="en-US" sz="1200"/>
          </a:p>
          <a:p>
            <a:pPr marL="0" indent="0" algn="ctr" latinLnBrk="0">
              <a:buFontTx/>
              <a:buNone/>
            </a:pPr>
            <a:r>
              <a:rPr lang="ko-KR" altLang="en-US" sz="1000"/>
              <a:t>https://www.lumoplay.com/games/coopers-zombies-interactive-wall-game</a:t>
            </a:r>
            <a:endParaRPr lang="ko-KR" altLang="en-US" sz="800"/>
          </a:p>
        </p:txBody>
      </p:sp>
      <p:sp>
        <p:nvSpPr>
          <p:cNvPr id="14" name="텍스트 상자 7"/>
          <p:cNvSpPr txBox="1">
            <a:spLocks/>
          </p:cNvSpPr>
          <p:nvPr/>
        </p:nvSpPr>
        <p:spPr>
          <a:xfrm>
            <a:off x="7926070" y="5908040"/>
            <a:ext cx="2585085" cy="61468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200"/>
              <a:t>Piano(</a:t>
            </a:r>
            <a:r>
              <a:rPr lang="ko-KR" altLang="en-US" sz="1200"/>
              <a:t>Floor</a:t>
            </a:r>
            <a:r>
              <a:rPr lang="ko-KR" altLang="en-US" sz="1200"/>
              <a:t> 전용)</a:t>
            </a:r>
            <a:endParaRPr lang="ko-KR" altLang="en-US" sz="1200"/>
          </a:p>
          <a:p>
            <a:pPr marL="0" indent="0" algn="ctr" latinLnBrk="0">
              <a:buFontTx/>
              <a:buNone/>
            </a:pPr>
            <a:r>
              <a:rPr lang="ko-KR" altLang="en-US" sz="1100"/>
              <a:t>https://www.lumoplay.com/games/3D%20Interactive%20Floor%20Piano</a:t>
            </a:r>
            <a:endParaRPr lang="ko-KR" altLang="en-US" sz="1100"/>
          </a:p>
        </p:txBody>
      </p:sp>
      <p:sp>
        <p:nvSpPr>
          <p:cNvPr id="15" name="텍스트 상자 8"/>
          <p:cNvSpPr txBox="1">
            <a:spLocks/>
          </p:cNvSpPr>
          <p:nvPr/>
        </p:nvSpPr>
        <p:spPr>
          <a:xfrm>
            <a:off x="1424940" y="5910580"/>
            <a:ext cx="2585085" cy="64643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200"/>
              <a:t>Frost Reveal</a:t>
            </a:r>
            <a:endParaRPr lang="ko-KR" altLang="en-US" sz="1200"/>
          </a:p>
          <a:p>
            <a:pPr marL="0" indent="0" algn="ctr" latinLnBrk="0">
              <a:buFontTx/>
              <a:buNone/>
            </a:pPr>
            <a:r>
              <a:rPr lang="ko-KR" altLang="en-US" sz="1200"/>
              <a:t>https://www.lumoplay.com/games/wintery-wonderland</a:t>
            </a:r>
            <a:endParaRPr lang="ko-KR" altLang="en-US" sz="1200"/>
          </a:p>
        </p:txBody>
      </p:sp>
      <p:pic>
        <p:nvPicPr>
          <p:cNvPr id="16" name="그림 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066280" y="568325"/>
            <a:ext cx="4047490" cy="2286635"/>
          </a:xfrm>
          <a:prstGeom prst="rect"/>
          <a:noFill/>
        </p:spPr>
      </p:pic>
    </p:spTree>
    <p:extLst>
      <p:ext uri="{BB962C8B-B14F-4D97-AF65-F5344CB8AC3E}">
        <p14:creationId xmlns:p14="http://schemas.microsoft.com/office/powerpoint/2010/main" val="352058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18</Pages>
  <Paragraphs>179</Paragraphs>
  <Words>525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epsilon seigrane</dc:creator>
  <cp:lastModifiedBy>epsilon seigrane</cp:lastModifiedBy>
  <dc:title>PowerPoint 프레젠테이션</dc:title>
  <cp:version>9.102.62.42430</cp:version>
  <dcterms:modified xsi:type="dcterms:W3CDTF">2021-01-18T01:49:58Z</dcterms:modified>
</cp:coreProperties>
</file>