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31" r:id="rId13"/>
  </p:sldMasterIdLst>
  <p:sldIdLst>
    <p:sldId id="263" r:id="rId15"/>
    <p:sldId id="262" r:id="rId16"/>
    <p:sldId id="256" r:id="rId17"/>
    <p:sldId id="257" r:id="rId18"/>
    <p:sldId id="259" r:id="rId19"/>
    <p:sldId id="260" r:id="rId20"/>
    <p:sldId id="258" r:id="rId21"/>
    <p:sldId id="261" r:id="rId22"/>
    <p:sldId id="264" r:id="rId23"/>
    <p:sldId id="265" r:id="rId24"/>
    <p:sldId id="266" r:id="rId25"/>
    <p:sldId id="273" r:id="rId26"/>
    <p:sldId id="270" r:id="rId27"/>
    <p:sldId id="271" r:id="rId28"/>
    <p:sldId id="272" r:id="rId29"/>
    <p:sldId id="268" r:id="rId30"/>
    <p:sldId id="267" r:id="rId31"/>
    <p:sldId id="269" r:id="rId32"/>
    <p:sldId id="274" r:id="rId33"/>
    <p:sldId id="276" r:id="rId34"/>
    <p:sldId id="275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4" Type="http://schemas.openxmlformats.org/officeDocument/2006/relationships/slide" Target="slides/slide10.xml"></Relationship><Relationship Id="rId25" Type="http://schemas.openxmlformats.org/officeDocument/2006/relationships/slide" Target="slides/slide11.xml"></Relationship><Relationship Id="rId26" Type="http://schemas.openxmlformats.org/officeDocument/2006/relationships/slide" Target="slides/slide12.xml"></Relationship><Relationship Id="rId27" Type="http://schemas.openxmlformats.org/officeDocument/2006/relationships/slide" Target="slides/slide13.xml"></Relationship><Relationship Id="rId28" Type="http://schemas.openxmlformats.org/officeDocument/2006/relationships/slide" Target="slides/slide14.xml"></Relationship><Relationship Id="rId29" Type="http://schemas.openxmlformats.org/officeDocument/2006/relationships/slide" Target="slides/slide15.xml"></Relationship><Relationship Id="rId30" Type="http://schemas.openxmlformats.org/officeDocument/2006/relationships/slide" Target="slides/slide16.xml"></Relationship><Relationship Id="rId31" Type="http://schemas.openxmlformats.org/officeDocument/2006/relationships/slide" Target="slides/slide17.xml"></Relationship><Relationship Id="rId32" Type="http://schemas.openxmlformats.org/officeDocument/2006/relationships/slide" Target="slides/slide18.xml"></Relationship><Relationship Id="rId33" Type="http://schemas.openxmlformats.org/officeDocument/2006/relationships/slide" Target="slides/slide19.xml"></Relationship><Relationship Id="rId34" Type="http://schemas.openxmlformats.org/officeDocument/2006/relationships/slide" Target="slides/slide20.xml"></Relationship><Relationship Id="rId35" Type="http://schemas.openxmlformats.org/officeDocument/2006/relationships/slide" Target="slides/slide21.xml"></Relationship><Relationship Id="rId36" Type="http://schemas.openxmlformats.org/officeDocument/2006/relationships/viewProps" Target="viewProps.xml"></Relationship><Relationship Id="rId37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9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9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2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6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4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5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9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33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05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1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2/5/2021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7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image2.jpeg"></Relationship><Relationship Id="rId3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3" Type="http://schemas.openxmlformats.org/officeDocument/2006/relationships/image" Target="../media/image4.png"></Relationship><Relationship Id="rId2" Type="http://schemas.openxmlformats.org/officeDocument/2006/relationships/image" Target="../media/image3.jpeg"></Relationship><Relationship Id="rId4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image5.jpeg"></Relationship><Relationship Id="rId3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image" Target="../media/image6.jpeg"></Relationship><Relationship Id="rId3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3" Type="http://schemas.openxmlformats.org/officeDocument/2006/relationships/image" Target="../media/image8.jpeg"></Relationship><Relationship Id="rId2" Type="http://schemas.openxmlformats.org/officeDocument/2006/relationships/image" Target="../media/image7.jpeg"></Relationship><Relationship Id="rId4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image9.jpeg"></Relationship><Relationship Id="rId3" Type="http://schemas.openxmlformats.org/officeDocument/2006/relationships/slideLayout" Target="../slideLayouts/slideLayout2.xml"></Relationship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tiveLook/android-demo-temporary" TargetMode="External"/><Relationship Id="rId2" Type="http://schemas.openxmlformats.org/officeDocument/2006/relationships/hyperlink" Target="https://github.com/ActiveLoo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ctiveLook/Activelook-API-Documentation" TargetMode="External"/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
<Relationships xmlns="http://schemas.openxmlformats.org/package/2006/relationships"><Relationship Id="rId3" Type="http://schemas.openxmlformats.org/officeDocument/2006/relationships/image" Target="../media/image11.png"></Relationship><Relationship Id="rId2" Type="http://schemas.openxmlformats.org/officeDocument/2006/relationships/image" Target="../media/image10.png"></Relationship><Relationship Id="rId4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3" Type="http://schemas.openxmlformats.org/officeDocument/2006/relationships/image" Target="../media/image13.png"></Relationship><Relationship Id="rId2" Type="http://schemas.openxmlformats.org/officeDocument/2006/relationships/image" Target="../media/image12.png"></Relationship><Relationship Id="rId4" Type="http://schemas.openxmlformats.org/officeDocument/2006/relationships/slideLayout" Target="../slideLayouts/slideLayout2.xml"></Relationship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image" Target="../media/image15.png"></Relationship><Relationship Id="rId3" Type="http://schemas.openxmlformats.org/officeDocument/2006/relationships/slideLayout" Target="../slideLayouts/slideLayout2.xml"></Relationship></Relationships>
</file>

<file path=ppt/slides/_rels/slide17.xml.rels><?xml version="1.0" encoding="UTF-8"?>
<Relationships xmlns="http://schemas.openxmlformats.org/package/2006/relationships"><Relationship Id="rId3" Type="http://schemas.openxmlformats.org/officeDocument/2006/relationships/image" Target="../media/image17.jpeg"></Relationship><Relationship Id="rId2" Type="http://schemas.openxmlformats.org/officeDocument/2006/relationships/image" Target="../media/image16.jpeg"></Relationship><Relationship Id="rId4" Type="http://schemas.openxmlformats.org/officeDocument/2006/relationships/slideLayout" Target="../slideLayouts/slideLayout2.xml"></Relationship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
<Relationships xmlns="http://schemas.openxmlformats.org/package/2006/relationships"><Relationship Id="rId2" Type="http://schemas.openxmlformats.org/officeDocument/2006/relationships/image" Target="../media/image21.png"></Relationship><Relationship Id="rId3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7BE1F-B97F-457D-8891-3EBE41713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0720"/>
            <a:ext cx="10516235" cy="1326515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ctr" latinLnBrk="0">
              <a:buFontTx/>
              <a:buNone/>
            </a:pPr>
            <a:r>
              <a:rPr lang="ko-KR" altLang="en-US">
                <a:solidFill>
                  <a:schemeClr val="tx1"/>
                </a:solidFill>
              </a:rPr>
              <a:t>액티브룩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442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무기, 클립아트이(가) 표시된 사진&#10;&#10;자동 생성된 설명">
            <a:extLst>
              <a:ext uri="{FF2B5EF4-FFF2-40B4-BE49-F238E27FC236}">
                <a16:creationId xmlns:a16="http://schemas.microsoft.com/office/drawing/2014/main" id="{A4A12DAC-1D01-4235-850F-55B129663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21" y="592370"/>
            <a:ext cx="2759964" cy="56732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955AFB-9C4F-44E4-9970-22D057724736}"/>
              </a:ext>
            </a:extLst>
          </p:cNvPr>
          <p:cNvSpPr txBox="1"/>
          <p:nvPr/>
        </p:nvSpPr>
        <p:spPr>
          <a:xfrm>
            <a:off x="3934437" y="1199626"/>
            <a:ext cx="609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엑티브룩</a:t>
            </a:r>
            <a:r>
              <a:rPr lang="ko-KR" altLang="en-US" sz="3200" dirty="0"/>
              <a:t> 시작화면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621E3-AA37-48F4-A59A-6C598F8CB833}"/>
              </a:ext>
            </a:extLst>
          </p:cNvPr>
          <p:cNvSpPr txBox="1"/>
          <p:nvPr/>
        </p:nvSpPr>
        <p:spPr>
          <a:xfrm>
            <a:off x="3766657" y="2122415"/>
            <a:ext cx="6711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엑티브룩</a:t>
            </a:r>
            <a:r>
              <a:rPr lang="ko-KR" altLang="en-US" dirty="0"/>
              <a:t> 시작화면으로 </a:t>
            </a:r>
            <a:r>
              <a:rPr lang="en-US" altLang="ko-KR" dirty="0"/>
              <a:t>LET’S GO</a:t>
            </a:r>
            <a:r>
              <a:rPr lang="ko-KR" altLang="en-US" dirty="0"/>
              <a:t>를 누르면 시작합니다</a:t>
            </a:r>
          </a:p>
        </p:txBody>
      </p:sp>
    </p:spTree>
    <p:extLst>
      <p:ext uri="{BB962C8B-B14F-4D97-AF65-F5344CB8AC3E}">
        <p14:creationId xmlns:p14="http://schemas.microsoft.com/office/powerpoint/2010/main" val="2818256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C9839C-23FF-4FF8-B59E-FE9E00F6A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5465"/>
            <a:ext cx="2746375" cy="5645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5B3F86-4332-4B8C-A54B-CE0465A9D407}"/>
              </a:ext>
            </a:extLst>
          </p:cNvPr>
          <p:cNvSpPr txBox="1"/>
          <p:nvPr/>
        </p:nvSpPr>
        <p:spPr>
          <a:xfrm>
            <a:off x="3366135" y="960755"/>
            <a:ext cx="8496300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전에 등록한 </a:t>
            </a:r>
            <a:r>
              <a:rPr lang="ko-KR" altLang="en-US" sz="2800" dirty="0" err="1"/>
              <a:t>엑티브룩</a:t>
            </a:r>
            <a:r>
              <a:rPr lang="ko-KR" altLang="en-US" sz="2800" dirty="0"/>
              <a:t> 기기가 있을 때 시작화면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B5F74-3B34-426E-9165-2B023F75749E}"/>
              </a:ext>
            </a:extLst>
          </p:cNvPr>
          <p:cNvSpPr txBox="1"/>
          <p:nvPr/>
        </p:nvSpPr>
        <p:spPr>
          <a:xfrm>
            <a:off x="3766820" y="2159635"/>
            <a:ext cx="6711950" cy="3689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이미 등록된 엑티브룩 기기가 있으면 자동으로 </a:t>
            </a:r>
            <a:r>
              <a:rPr lang="ko-KR" altLang="en-US"/>
              <a:t>검색</a:t>
            </a:r>
            <a:r>
              <a:rPr lang="ko-KR" altLang="en-US"/>
              <a:t>합니다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23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2424-AF77-487F-9342-0408F94C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040" y="680720"/>
            <a:ext cx="7986395" cy="1326515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ctr" latinLnBrk="0">
              <a:buFontTx/>
              <a:buNone/>
            </a:pPr>
            <a:r>
              <a:rPr lang="ko-KR" altLang="en-US" sz="3200">
                <a:solidFill>
                  <a:schemeClr val="tx1"/>
                </a:solidFill>
              </a:rPr>
              <a:t>엑티브룩 기기 스캔화면</a:t>
            </a:r>
            <a:endParaRPr lang="ko-KR" altLang="en-US" sz="3200">
              <a:solidFill>
                <a:schemeClr val="tx1"/>
              </a:solidFill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BBBA5C9-1780-4E52-8C8E-D786D9553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480060"/>
            <a:ext cx="2863850" cy="588645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26BB0D-5563-4581-B0D2-A8FF4FC9676D}"/>
              </a:ext>
            </a:extLst>
          </p:cNvPr>
          <p:cNvSpPr txBox="1"/>
          <p:nvPr/>
        </p:nvSpPr>
        <p:spPr>
          <a:xfrm>
            <a:off x="3729355" y="1965325"/>
            <a:ext cx="6711315" cy="92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엑티브룩</a:t>
            </a:r>
            <a:r>
              <a:rPr lang="ko-KR" altLang="en-US" dirty="0"/>
              <a:t> 기기를 찾는 화면입니다</a:t>
            </a:r>
            <a:endParaRPr lang="en-US" altLang="ko-KR" dirty="0"/>
          </a:p>
          <a:p>
            <a:r>
              <a:rPr lang="ko-KR" altLang="en-US" dirty="0" err="1"/>
              <a:t>엑티브룩의</a:t>
            </a:r>
            <a:r>
              <a:rPr lang="ko-KR" altLang="en-US" dirty="0"/>
              <a:t> 렌즈 가운데 안경테 부분에 접촉하면 </a:t>
            </a:r>
            <a:r>
              <a:rPr lang="ko-KR" altLang="en-US" dirty="0" err="1"/>
              <a:t>엑티브룩의</a:t>
            </a:r>
            <a:r>
              <a:rPr lang="ko-KR" altLang="en-US" dirty="0"/>
              <a:t> 전원이 켜지며 </a:t>
            </a:r>
            <a:r>
              <a:rPr lang="ko-KR" altLang="en-US" dirty="0" err="1"/>
              <a:t>페어링모드가</a:t>
            </a:r>
            <a:r>
              <a:rPr lang="ko-KR" altLang="en-US" dirty="0"/>
              <a:t> 됩니다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14EF7D-AF10-428E-8D0F-546C37C29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0" y="3136900"/>
            <a:ext cx="4737100" cy="3133725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5B06DC76-D878-4EF7-80B8-E3387080AC2C}"/>
              </a:ext>
            </a:extLst>
          </p:cNvPr>
          <p:cNvSpPr/>
          <p:nvPr/>
        </p:nvSpPr>
        <p:spPr>
          <a:xfrm>
            <a:off x="9414510" y="3695065"/>
            <a:ext cx="802640" cy="839470"/>
          </a:xfrm>
          <a:prstGeom prst="ellipse">
            <a:avLst/>
          </a:prstGeom>
          <a:noFill/>
          <a:ln w="412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497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BD776-23AC-4137-8AE9-C1BE4EF55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45" y="680720"/>
            <a:ext cx="7743190" cy="1326515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ctr" latinLnBrk="0">
              <a:buFontTx/>
              <a:buNone/>
            </a:pPr>
            <a:r>
              <a:rPr lang="ko-KR" altLang="en-US" sz="2800">
                <a:solidFill>
                  <a:schemeClr val="tx1"/>
                </a:solidFill>
              </a:rPr>
              <a:t>엑티브룩 엑티비티화면</a:t>
            </a:r>
            <a:endParaRPr lang="ko-KR" altLang="en-US" sz="2800">
              <a:solidFill>
                <a:schemeClr val="tx1"/>
              </a:solidFill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8185991-740B-4BFE-8244-CC1395F1D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516890"/>
            <a:ext cx="2848610" cy="585533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B797F9-B1F5-445B-AF04-63DCFD7B4440}"/>
              </a:ext>
            </a:extLst>
          </p:cNvPr>
          <p:cNvSpPr txBox="1"/>
          <p:nvPr/>
        </p:nvSpPr>
        <p:spPr>
          <a:xfrm>
            <a:off x="3849370" y="2201545"/>
            <a:ext cx="6119495" cy="286067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엑티브룩의 엑티비티</a:t>
            </a:r>
            <a:r>
              <a:rPr lang="ko-KR" altLang="en-US"/>
              <a:t> </a:t>
            </a:r>
            <a:r>
              <a:rPr lang="ko-KR" altLang="en-US"/>
              <a:t>화면입니다</a:t>
            </a:r>
            <a:endParaRPr lang="ko-KR" altLang="en-US"/>
          </a:p>
          <a:p>
            <a:pPr marL="0" indent="0" latinLnBrk="0">
              <a:buFontTx/>
              <a:buNone/>
            </a:pPr>
            <a:r>
              <a:rPr lang="ko-KR" altLang="en-US"/>
              <a:t>화면 하단의 </a:t>
            </a:r>
            <a:r>
              <a:rPr lang="ko-KR" altLang="en-US"/>
              <a:t>플레이 버튼을 누르면</a:t>
            </a:r>
            <a:r>
              <a:rPr lang="ko-KR" altLang="en-US"/>
              <a:t> 엑티브룩에 화면이 출력됩니다</a:t>
            </a:r>
            <a:r>
              <a:rPr lang="en-US" altLang="ko-KR"/>
              <a:t>.</a:t>
            </a:r>
            <a:endParaRPr lang="ko-KR" altLang="en-US"/>
          </a:p>
          <a:p>
            <a:pPr marL="0" indent="0" latinLnBrk="0">
              <a:buFontTx/>
              <a:buNone/>
            </a:pPr>
            <a:endParaRPr lang="ko-KR" altLang="en-US"/>
          </a:p>
          <a:p>
            <a:pPr marL="0" indent="0" latinLnBrk="0">
              <a:buFontTx/>
              <a:buNone/>
            </a:pPr>
            <a:r>
              <a:rPr lang="ko-KR" altLang="en-US"/>
              <a:t>플레이 버튼을 눌렀을 때</a:t>
            </a:r>
            <a:r>
              <a:rPr lang="ko-KR" altLang="en-US"/>
              <a:t> 실행된 시간과 </a:t>
            </a:r>
            <a:r>
              <a:rPr lang="ko-KR" altLang="en-US"/>
              <a:t>시간당 이동거리</a:t>
            </a:r>
            <a:r>
              <a:rPr lang="en-US" altLang="ko-KR"/>
              <a:t>,</a:t>
            </a:r>
            <a:r>
              <a:rPr lang="ko-KR" altLang="en-US"/>
              <a:t>총 이동거리</a:t>
            </a:r>
            <a:r>
              <a:rPr lang="en-US" altLang="ko-KR"/>
              <a:t>,</a:t>
            </a:r>
            <a:r>
              <a:rPr lang="ko-KR" altLang="en-US"/>
              <a:t>심박수</a:t>
            </a:r>
            <a:r>
              <a:rPr lang="en-US" altLang="ko-KR"/>
              <a:t>,</a:t>
            </a:r>
            <a:r>
              <a:rPr lang="ko-KR" altLang="en-US"/>
              <a:t>분당 이동거리</a:t>
            </a:r>
            <a:r>
              <a:rPr lang="en-US" altLang="ko-KR"/>
              <a:t>,</a:t>
            </a:r>
            <a:r>
              <a:rPr lang="ko-KR" altLang="en-US"/>
              <a:t>등반고도 등의 수치</a:t>
            </a:r>
            <a:r>
              <a:rPr lang="ko-KR" altLang="en-US"/>
              <a:t>가 </a:t>
            </a:r>
            <a:r>
              <a:rPr lang="ko-KR" altLang="en-US"/>
              <a:t>표시됩</a:t>
            </a:r>
            <a:r>
              <a:rPr lang="ko-KR" altLang="en-US"/>
              <a:t>니다</a:t>
            </a:r>
            <a:endParaRPr lang="ko-KR" altLang="en-US"/>
          </a:p>
          <a:p>
            <a:pPr marL="0" indent="0" latinLnBrk="0">
              <a:buFontTx/>
              <a:buNone/>
            </a:pPr>
            <a:endParaRPr lang="ko-KR" altLang="en-US"/>
          </a:p>
          <a:p>
            <a:pPr marL="0" indent="0" latinLnBrk="0">
              <a:buFontTx/>
              <a:buNone/>
            </a:pPr>
            <a:r>
              <a:rPr lang="ko-KR" altLang="en-US"/>
              <a:t>화면 우측상단에는 엑티브룩의 배터리가 표시됩니다</a:t>
            </a:r>
            <a:endParaRPr lang="ko-KR" altLang="en-US"/>
          </a:p>
          <a:p>
            <a:pPr marL="0" indent="0" latinLnBrk="0">
              <a:buFontTx/>
              <a:buNone/>
            </a:pPr>
            <a:r>
              <a:rPr lang="ko-KR" altLang="en-US"/>
              <a:t>화면 좌측상단에는 메뉴</a:t>
            </a:r>
            <a:r>
              <a:rPr lang="ko-KR" altLang="en-US"/>
              <a:t> </a:t>
            </a:r>
            <a:r>
              <a:rPr lang="ko-KR" altLang="en-US"/>
              <a:t>탭이 있습니다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551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3F2F4A-0D7A-4914-A9DE-261550430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0910" y="680720"/>
            <a:ext cx="7882890" cy="1325880"/>
          </a:xfrm>
        </p:spPr>
        <p:txBody>
          <a:bodyPr>
            <a:normAutofit/>
          </a:bodyPr>
          <a:lstStyle/>
          <a:p>
            <a:pPr algn="ctr"/>
            <a:r>
              <a:rPr lang="ko-KR" altLang="en-US" sz="2800" dirty="0" err="1">
                <a:solidFill>
                  <a:schemeClr val="tx1"/>
                </a:solidFill>
              </a:rPr>
              <a:t>엑티브룩</a:t>
            </a:r>
            <a:r>
              <a:rPr lang="ko-KR" altLang="en-US" sz="2800" dirty="0">
                <a:solidFill>
                  <a:schemeClr val="tx1"/>
                </a:solidFill>
              </a:rPr>
              <a:t> 메뉴화면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D26BDC2-38C6-4AAD-A580-414D4FE59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40" y="516890"/>
            <a:ext cx="2826385" cy="580961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8A1EA1-5C12-4161-A2FD-102F1C7AF54B}"/>
              </a:ext>
            </a:extLst>
          </p:cNvPr>
          <p:cNvSpPr txBox="1"/>
          <p:nvPr/>
        </p:nvSpPr>
        <p:spPr>
          <a:xfrm>
            <a:off x="3937635" y="1903730"/>
            <a:ext cx="7035800" cy="147637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엑티브룩의 메뉴화면입니다</a:t>
            </a:r>
            <a:endParaRPr lang="ko-KR" altLang="en-US"/>
          </a:p>
          <a:p>
            <a:pPr marL="0" indent="0" latinLnBrk="0">
              <a:buFontTx/>
              <a:buNone/>
            </a:pPr>
            <a:endParaRPr lang="ko-KR" altLang="en-US"/>
          </a:p>
          <a:p>
            <a:pPr marL="0" indent="0" latinLnBrk="0">
              <a:buFontTx/>
              <a:buNone/>
            </a:pPr>
            <a:r>
              <a:rPr lang="ko-KR" altLang="en-US"/>
              <a:t>기기의 정보와 </a:t>
            </a:r>
            <a:r>
              <a:rPr lang="ko-KR" altLang="en-US"/>
              <a:t>어플리케이션 </a:t>
            </a:r>
            <a:r>
              <a:rPr lang="ko-KR" altLang="en-US"/>
              <a:t>버전</a:t>
            </a:r>
            <a:r>
              <a:rPr lang="ko-KR" altLang="en-US"/>
              <a:t>등의 정보를</a:t>
            </a:r>
            <a:r>
              <a:rPr lang="ko-KR" altLang="en-US"/>
              <a:t> </a:t>
            </a:r>
            <a:r>
              <a:rPr lang="ko-KR" altLang="en-US"/>
              <a:t>확인할 수 </a:t>
            </a:r>
            <a:r>
              <a:rPr lang="ko-KR" altLang="en-US"/>
              <a:t>있습니다</a:t>
            </a:r>
            <a:r>
              <a:rPr lang="en-US" altLang="ko-KR"/>
              <a:t>.</a:t>
            </a:r>
            <a:endParaRPr lang="ko-KR" altLang="en-US"/>
          </a:p>
          <a:p>
            <a:pPr marL="0" indent="0" latinLnBrk="0">
              <a:buFontTx/>
              <a:buNone/>
            </a:pPr>
            <a:endParaRPr lang="ko-KR" altLang="en-US"/>
          </a:p>
          <a:p>
            <a:pPr marL="0" indent="0" latinLnBrk="0">
              <a:buFontTx/>
              <a:buNone/>
            </a:pPr>
            <a:r>
              <a:rPr lang="ko-KR" altLang="en-US"/>
              <a:t>활동</a:t>
            </a:r>
            <a:r>
              <a:rPr lang="en-US" altLang="ko-KR"/>
              <a:t>,</a:t>
            </a:r>
            <a:r>
              <a:rPr lang="ko-KR" altLang="en-US"/>
              <a:t>히스토리</a:t>
            </a:r>
            <a:r>
              <a:rPr lang="en-US" altLang="ko-KR"/>
              <a:t>,</a:t>
            </a:r>
            <a:r>
              <a:rPr lang="ko-KR" altLang="en-US"/>
              <a:t>설정화면으로 전환할 수 있습니다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208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139B-6180-4EF4-8833-F8DE108F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30" y="680720"/>
            <a:ext cx="4840605" cy="1326515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ctr" latinLnBrk="0">
              <a:buFontTx/>
              <a:buNone/>
            </a:pPr>
            <a:r>
              <a:rPr lang="ko-KR" altLang="en-US" sz="2800">
                <a:solidFill>
                  <a:schemeClr val="tx1"/>
                </a:solidFill>
              </a:rPr>
              <a:t>엑티브룩 히스토리</a:t>
            </a:r>
            <a:r>
              <a:rPr lang="ko-KR" altLang="en-US" sz="2800">
                <a:solidFill>
                  <a:schemeClr val="tx1"/>
                </a:solidFill>
              </a:rPr>
              <a:t>화면</a:t>
            </a:r>
            <a:endParaRPr lang="ko-KR" altLang="en-US" sz="2800">
              <a:solidFill>
                <a:schemeClr val="tx1"/>
              </a:solidFill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76B265A-6483-4ACF-A0A0-DE31E37B2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985" y="533400"/>
            <a:ext cx="2816860" cy="579056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074AC5-4711-4C4A-8F8D-26D83D9CC08A}"/>
              </a:ext>
            </a:extLst>
          </p:cNvPr>
          <p:cNvSpPr txBox="1"/>
          <p:nvPr/>
        </p:nvSpPr>
        <p:spPr>
          <a:xfrm>
            <a:off x="6885940" y="2183130"/>
            <a:ext cx="4030980" cy="17532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엑티브룩의 기록화면입니다</a:t>
            </a:r>
            <a:r>
              <a:rPr lang="en-US" altLang="ko-KR"/>
              <a:t>.</a:t>
            </a:r>
            <a:endParaRPr lang="ko-KR" altLang="en-US"/>
          </a:p>
          <a:p>
            <a:pPr marL="0" indent="0" latinLnBrk="0">
              <a:buFontTx/>
              <a:buNone/>
            </a:pPr>
            <a:r>
              <a:rPr lang="ko-KR" altLang="en-US"/>
              <a:t>사용 기록들</a:t>
            </a:r>
            <a:r>
              <a:rPr lang="ko-KR" altLang="en-US"/>
              <a:t>을 확인할 수</a:t>
            </a:r>
            <a:r>
              <a:rPr lang="ko-KR" altLang="en-US"/>
              <a:t> 있으며</a:t>
            </a:r>
            <a:r>
              <a:rPr lang="ko-KR" altLang="en-US"/>
              <a:t>,</a:t>
            </a:r>
            <a:r>
              <a:rPr lang="ko-KR" altLang="en-US"/>
              <a:t> 사용</a:t>
            </a:r>
            <a:r>
              <a:rPr lang="ko-KR" altLang="en-US"/>
              <a:t> </a:t>
            </a:r>
            <a:r>
              <a:rPr lang="ko-KR" altLang="en-US"/>
              <a:t>기록을 눌렀을</a:t>
            </a:r>
            <a:r>
              <a:rPr lang="ko-KR" altLang="en-US"/>
              <a:t> </a:t>
            </a:r>
            <a:r>
              <a:rPr lang="ko-KR" altLang="en-US"/>
              <a:t>때 지도로 동선</a:t>
            </a:r>
            <a:r>
              <a:rPr lang="ko-KR" altLang="en-US"/>
              <a:t>을 확인할 수 있고,</a:t>
            </a:r>
            <a:r>
              <a:rPr lang="ko-KR" altLang="en-US"/>
              <a:t> 활동</a:t>
            </a:r>
            <a:r>
              <a:rPr lang="ko-KR" altLang="en-US"/>
              <a:t> </a:t>
            </a:r>
            <a:r>
              <a:rPr lang="ko-KR" altLang="en-US"/>
              <a:t>화면에서의 정보</a:t>
            </a:r>
            <a:r>
              <a:rPr lang="ko-KR" altLang="en-US"/>
              <a:t>를 확인할 수</a:t>
            </a:r>
            <a:r>
              <a:rPr lang="ko-KR" altLang="en-US"/>
              <a:t> 있습니다</a:t>
            </a:r>
            <a:endParaRPr lang="ko-KR" altLang="en-US"/>
          </a:p>
          <a:p>
            <a:pPr marL="0" indent="0" latinLnBrk="0">
              <a:buFontTx/>
              <a:buNone/>
            </a:pP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8DA79C-9CDC-44FC-B525-88223748C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533400"/>
            <a:ext cx="2816860" cy="57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6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81306-F378-42DA-9034-CC048A83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315" y="680720"/>
            <a:ext cx="7818120" cy="1326515"/>
          </a:xfrm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algn="ctr" latinLnBrk="0">
              <a:buFontTx/>
              <a:buNone/>
            </a:pPr>
            <a:r>
              <a:rPr lang="ko-KR" altLang="en-US" sz="2800">
                <a:solidFill>
                  <a:schemeClr val="tx1"/>
                </a:solidFill>
              </a:rPr>
              <a:t>엑티브룩 설정화면</a:t>
            </a:r>
            <a:endParaRPr lang="ko-KR" altLang="en-US" sz="2800">
              <a:solidFill>
                <a:schemeClr val="tx1"/>
              </a:solidFill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17A54D5-840A-460A-B57F-CF91BF856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" y="516890"/>
            <a:ext cx="2798445" cy="575246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202A2E-B20F-4F77-9101-05B885351975}"/>
              </a:ext>
            </a:extLst>
          </p:cNvPr>
          <p:cNvSpPr txBox="1"/>
          <p:nvPr/>
        </p:nvSpPr>
        <p:spPr>
          <a:xfrm>
            <a:off x="4291965" y="2220595"/>
            <a:ext cx="5916295" cy="119951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엑티브룩의 설정화면입니다</a:t>
            </a:r>
            <a:endParaRPr lang="ko-KR" altLang="en-US"/>
          </a:p>
          <a:p>
            <a:pPr marL="0" indent="0" latinLnBrk="0">
              <a:buFontTx/>
              <a:buNone/>
            </a:pPr>
            <a:endParaRPr lang="ko-KR" altLang="en-US"/>
          </a:p>
          <a:p>
            <a:pPr marL="0" indent="0" latinLnBrk="0">
              <a:buFontTx/>
              <a:buNone/>
            </a:pPr>
            <a:r>
              <a:rPr lang="ko-KR" altLang="en-US"/>
              <a:t>제스쳐와 자동 밝기 조절 설정</a:t>
            </a:r>
            <a:r>
              <a:rPr lang="ko-KR" altLang="en-US"/>
              <a:t> </a:t>
            </a:r>
            <a:r>
              <a:rPr lang="ko-KR" altLang="en-US"/>
              <a:t>및 밝기와 스크린의 위치를 조절 할 수 있습니다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54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787FF-8CDB-4988-AA88-3A53050B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3600" dirty="0" err="1">
                <a:solidFill>
                  <a:schemeClr val="tx1"/>
                </a:solidFill>
              </a:rPr>
              <a:t>엑티브룩</a:t>
            </a:r>
            <a:r>
              <a:rPr lang="ko-KR" altLang="en-US" sz="3600" dirty="0">
                <a:solidFill>
                  <a:schemeClr val="tx1"/>
                </a:solidFill>
              </a:rPr>
              <a:t> </a:t>
            </a:r>
            <a:r>
              <a:rPr lang="en-US" altLang="ko-KR" sz="3600" dirty="0">
                <a:solidFill>
                  <a:schemeClr val="tx1"/>
                </a:solidFill>
              </a:rPr>
              <a:t>SDK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2CDB33-F7F7-44F4-BDDF-44AC194F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hlinkClick r:id="rId2"/>
              </a:rPr>
              <a:t>https://github.com/ActiveLook</a:t>
            </a:r>
            <a:endParaRPr lang="en-US" altLang="ko-KR" b="1" dirty="0"/>
          </a:p>
          <a:p>
            <a:r>
              <a:rPr lang="en-US" altLang="ko-KR" b="1" i="0" dirty="0">
                <a:solidFill>
                  <a:srgbClr val="24292E"/>
                </a:solidFill>
                <a:effectLst/>
                <a:latin typeface="-apple-system"/>
                <a:hlinkClick r:id="rId3"/>
              </a:rPr>
              <a:t>android-demo-temporary</a:t>
            </a:r>
            <a:endParaRPr lang="en-US" altLang="ko-KR" b="1" i="0" dirty="0">
              <a:solidFill>
                <a:srgbClr val="24292E"/>
              </a:solidFill>
              <a:effectLst/>
              <a:latin typeface="-apple-system"/>
            </a:endParaRPr>
          </a:p>
          <a:p>
            <a:r>
              <a:rPr lang="ko-KR" altLang="en-US" b="1" dirty="0">
                <a:solidFill>
                  <a:srgbClr val="24292E"/>
                </a:solidFill>
                <a:latin typeface="-apple-system"/>
              </a:rPr>
              <a:t>안드로이드 데모버전 파일</a:t>
            </a:r>
            <a:endParaRPr lang="en-US" altLang="ko-KR" b="1" i="0" dirty="0">
              <a:solidFill>
                <a:srgbClr val="24292E"/>
              </a:solidFill>
              <a:effectLst/>
              <a:latin typeface="-apple-system"/>
            </a:endParaRPr>
          </a:p>
          <a:p>
            <a:r>
              <a:rPr lang="en-US" altLang="ko-KR" b="1" i="0" dirty="0" err="1">
                <a:solidFill>
                  <a:srgbClr val="24292E"/>
                </a:solidFill>
                <a:effectLst/>
                <a:latin typeface="-apple-system"/>
                <a:hlinkClick r:id="rId4"/>
              </a:rPr>
              <a:t>Activelook</a:t>
            </a:r>
            <a:r>
              <a:rPr lang="en-US" altLang="ko-KR" b="1" i="0" dirty="0">
                <a:solidFill>
                  <a:srgbClr val="24292E"/>
                </a:solidFill>
                <a:effectLst/>
                <a:latin typeface="-apple-system"/>
                <a:hlinkClick r:id="rId4"/>
              </a:rPr>
              <a:t>-API-Documentation</a:t>
            </a:r>
            <a:endParaRPr lang="en-US" altLang="ko-KR" b="1" i="0" dirty="0">
              <a:solidFill>
                <a:srgbClr val="24292E"/>
              </a:solidFill>
              <a:effectLst/>
              <a:latin typeface="-apple-system"/>
            </a:endParaRPr>
          </a:p>
          <a:p>
            <a:r>
              <a:rPr lang="en-US" altLang="ko-KR" dirty="0">
                <a:solidFill>
                  <a:srgbClr val="24292E"/>
                </a:solidFill>
                <a:latin typeface="-apple-system"/>
              </a:rPr>
              <a:t>API </a:t>
            </a:r>
            <a:r>
              <a:rPr lang="ko-KR" altLang="en-US" dirty="0">
                <a:solidFill>
                  <a:srgbClr val="24292E"/>
                </a:solidFill>
                <a:latin typeface="-apple-system"/>
              </a:rPr>
              <a:t>문서파일</a:t>
            </a:r>
            <a:endParaRPr lang="en-US" altLang="ko-KR" i="0" dirty="0">
              <a:solidFill>
                <a:srgbClr val="24292E"/>
              </a:solidFill>
              <a:effectLst/>
              <a:latin typeface="-apple-system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3705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81A1B-B890-48F1-8058-A312AE7C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0720"/>
            <a:ext cx="10516235" cy="1326515"/>
          </a:xfrm>
        </p:spPr>
        <p:txBody>
          <a:bodyPr>
            <a:normAutofit/>
          </a:bodyPr>
          <a:lstStyle/>
          <a:p>
            <a:pPr algn="ctr"/>
            <a:r>
              <a:rPr lang="ko-KR" altLang="en-US" sz="4000" dirty="0">
                <a:solidFill>
                  <a:srgbClr val="24292E"/>
                </a:solidFill>
                <a:latin typeface="-apple-system"/>
              </a:rPr>
              <a:t>안드로이드 데모버전 파일 실행 방법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DF5DED-2317-4B4F-96E1-3D97E62FA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8685"/>
            <a:ext cx="10516235" cy="3999230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457200" indent="-228600" latinLnBrk="0">
              <a:buSzPct val="80000"/>
              <a:buFont typeface="Wingdings"/>
              <a:buChar char="§"/>
            </a:pPr>
            <a:r>
              <a:rPr lang="ko-KR" altLang="en-US" sz="1600"/>
              <a:t>안드로이드 스튜디오 설치합니다</a:t>
            </a:r>
            <a:endParaRPr lang="ko-KR" altLang="en-US" sz="16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600"/>
              <a:t>AVD</a:t>
            </a:r>
            <a:r>
              <a:rPr lang="ko-KR" altLang="en-US" sz="1600"/>
              <a:t>매니저에서 실행할 </a:t>
            </a:r>
            <a:r>
              <a:rPr lang="ko-KR" altLang="en-US" sz="1600"/>
              <a:t>가상</a:t>
            </a:r>
            <a:r>
              <a:rPr lang="ko-KR" altLang="en-US" sz="1600"/>
              <a:t>기기를 설정합니다</a:t>
            </a:r>
            <a:endParaRPr lang="ko-KR" altLang="en-US" sz="16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600"/>
              <a:t>AVD </a:t>
            </a:r>
            <a:r>
              <a:rPr lang="ko-KR" altLang="en-US" sz="1600"/>
              <a:t>관련 프로그램을 설치 또는 설치오류가 뜰 때 메인보드 바이오스에서 가상머신을 허용</a:t>
            </a:r>
            <a:r>
              <a:rPr lang="ko-KR" altLang="en-US" sz="1600"/>
              <a:t>하도록 </a:t>
            </a:r>
            <a:r>
              <a:rPr lang="ko-KR" altLang="en-US" sz="1600"/>
              <a:t>설정합니다</a:t>
            </a:r>
            <a:endParaRPr lang="ko-KR" altLang="en-US" sz="16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ko-KR" altLang="en-US" sz="1200"/>
              <a:t>메인보드의 제조사에 따라 설정 화면이 다르므로, “컴퓨터 VT 활성화 가이드”를 검색하시거나 해당 페이지를 참조하시길 바랍니다. (</a:t>
            </a:r>
            <a:r>
              <a:rPr lang="ko-KR" altLang="en-US" sz="1200">
                <a:solidFill>
                  <a:schemeClr val="tx2">
                    <a:alpha val="69865"/>
                  </a:schemeClr>
                </a:solidFill>
                <a:latin typeface="Avenir Next LT Pro" charset="0"/>
                <a:ea typeface="맑은 고딕" charset="0"/>
                <a:cs typeface="+mn-cs"/>
              </a:rPr>
              <a:t>http://blog.naver.com/PostView.nhn?blogId=luyh0910&amp;logNo=221321671491&amp;parentCategoryNo=&amp;categoryNo=13&amp;viewDate=&amp;isShowPopularPosts=true&amp;from=search</a:t>
            </a:r>
            <a:r>
              <a:rPr lang="ko-KR" altLang="en-US" sz="1200"/>
              <a:t>)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ko-KR" altLang="en-US" sz="1600"/>
              <a:t>플레이하면 가상머신으로 데모버전이 실행됩니다</a:t>
            </a:r>
            <a:r>
              <a:rPr lang="en-US" altLang="ko-KR" sz="1600"/>
              <a:t>.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666282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0CC567-8A7E-4416-9275-A5BC18169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8685"/>
            <a:ext cx="10516235" cy="3999230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actionbar_indeterminate_progress:</a:t>
            </a:r>
            <a:r>
              <a:rPr lang="ko-KR" altLang="en-US" sz="1200"/>
              <a:t>로딩 레이아웃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activity_main: </a:t>
            </a:r>
            <a:r>
              <a:rPr lang="ko-KR" altLang="en-US" sz="1200"/>
              <a:t>스캔화면 레이아웃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gatt_services_characteristics: </a:t>
            </a:r>
            <a:r>
              <a:rPr lang="ko-KR" altLang="en-US" sz="1200"/>
              <a:t>메뉴 레이아웃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BluetoothLeService: </a:t>
            </a:r>
            <a:r>
              <a:rPr lang="ko-KR" altLang="en-US" sz="1200"/>
              <a:t>블루투스 연결관련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SampleGattAttribute: </a:t>
            </a:r>
            <a:r>
              <a:rPr lang="ko-KR" altLang="en-US" sz="1200"/>
              <a:t>샘플</a:t>
            </a:r>
            <a:r>
              <a:rPr lang="en-US" altLang="ko-KR" sz="1200"/>
              <a:t>Gatt</a:t>
            </a:r>
            <a:r>
              <a:rPr lang="ko-KR" altLang="en-US" sz="1200"/>
              <a:t>서비스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DeviceControlActivity: </a:t>
            </a:r>
            <a:r>
              <a:rPr lang="ko-KR" altLang="en-US" sz="1200"/>
              <a:t>디바이스 컨트롤 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DeviceScanAcivity: </a:t>
            </a:r>
            <a:r>
              <a:rPr lang="ko-KR" altLang="en-US" sz="1200"/>
              <a:t>디바이스 서칭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ASCIICommand:</a:t>
            </a:r>
            <a:r>
              <a:rPr lang="ko-KR" altLang="en-US" sz="1200"/>
              <a:t>아스키</a:t>
            </a:r>
            <a:r>
              <a:rPr lang="en-US" altLang="ko-KR" sz="1200"/>
              <a:t> </a:t>
            </a:r>
            <a:r>
              <a:rPr lang="ko-KR" altLang="en-US" sz="1200"/>
              <a:t>커맨드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BinariesCommand: </a:t>
            </a:r>
            <a:r>
              <a:rPr lang="ko-KR" altLang="en-US" sz="1200"/>
              <a:t>바이너리 커맨드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InputFilterMinMax: </a:t>
            </a:r>
            <a:r>
              <a:rPr lang="ko-KR" altLang="en-US" sz="1200"/>
              <a:t>정보 필터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Gatt_services:</a:t>
            </a:r>
            <a:r>
              <a:rPr lang="ko-KR" altLang="en-US" sz="1200"/>
              <a:t> </a:t>
            </a:r>
            <a:r>
              <a:rPr lang="en-US" altLang="ko-KR" sz="1200"/>
              <a:t>gatt</a:t>
            </a:r>
            <a:r>
              <a:rPr lang="ko-KR" altLang="en-US" sz="1200"/>
              <a:t> 서비스 레이아웃</a:t>
            </a:r>
            <a:endParaRPr lang="ko-KR" altLang="en-US" sz="1200"/>
          </a:p>
          <a:p>
            <a:pPr marL="457200" indent="-228600" latinLnBrk="0">
              <a:buSzPct val="80000"/>
              <a:buFont typeface="Wingdings"/>
              <a:buChar char="§"/>
            </a:pPr>
            <a:r>
              <a:rPr lang="en-US" altLang="ko-KR" sz="1200"/>
              <a:t>Main: </a:t>
            </a:r>
            <a:r>
              <a:rPr lang="ko-KR" altLang="en-US" sz="1200"/>
              <a:t>메인 레이아웃</a:t>
            </a:r>
            <a:endParaRPr lang="ko-KR" altLang="en-US" sz="1200"/>
          </a:p>
          <a:p>
            <a:pPr marL="457200" indent="-228600" latinLnBrk="0">
              <a:buClr>
                <a:srgbClr val="E6E6F0"/>
              </a:buClr>
              <a:buSzPct val="80000"/>
              <a:buFont typeface="Wingdings"/>
              <a:buChar char="§"/>
            </a:pPr>
            <a:endParaRPr lang="ko-KR" altLang="en-US" sz="1200"/>
          </a:p>
          <a:p>
            <a:pPr marL="457200" indent="-228600" latinLnBrk="0">
              <a:buClr>
                <a:srgbClr val="E6E6F0"/>
              </a:buClr>
              <a:buSzPct val="80000"/>
              <a:buFont typeface="Wingdings"/>
              <a:buChar char="§"/>
            </a:pPr>
            <a:endParaRPr lang="ko-KR" altLang="en-US" sz="120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5A49B71C-31E6-4450-B559-3550FEFD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0720"/>
            <a:ext cx="10515600" cy="1325880"/>
          </a:xfrm>
        </p:spPr>
        <p:txBody>
          <a:bodyPr>
            <a:normAutofit/>
          </a:bodyPr>
          <a:lstStyle/>
          <a:p>
            <a:pPr algn="ctr"/>
            <a:r>
              <a:rPr lang="ko-KR" altLang="en-US" sz="4000" dirty="0">
                <a:solidFill>
                  <a:srgbClr val="24292E"/>
                </a:solidFill>
                <a:latin typeface="-apple-system"/>
              </a:rPr>
              <a:t>데모버전 파일 소스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583172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4CDE9-C36B-4649-AA43-417EC81F2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데모버전 프로젝트 세팅</a:t>
            </a:r>
          </a:p>
        </p:txBody>
      </p:sp>
    </p:spTree>
    <p:extLst>
      <p:ext uri="{BB962C8B-B14F-4D97-AF65-F5344CB8AC3E}">
        <p14:creationId xmlns:p14="http://schemas.microsoft.com/office/powerpoint/2010/main" val="1088335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MSI/AppData/Roaming/PolarisOffice/ETemp/15596_16375952/image1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324225" y="499745"/>
            <a:ext cx="8220710" cy="5861685"/>
          </a:xfrm>
          <a:prstGeom prst="rect"/>
          <a:noFill/>
        </p:spPr>
      </p:pic>
      <p:pic>
        <p:nvPicPr>
          <p:cNvPr id="9" name="그림 8" descr="C:/Users/MSI/AppData/Roaming/PolarisOffice/ETemp/15596_16375952/image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6105" y="541020"/>
            <a:ext cx="2601595" cy="4668520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417566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C:/Users/MSI/AppData/Roaming/PolarisOffice/ETemp/15596_16375952/image1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19430" y="575945"/>
            <a:ext cx="2725420" cy="4535170"/>
          </a:xfrm>
          <a:prstGeom prst="rect"/>
          <a:noFill/>
        </p:spPr>
      </p:pic>
      <p:pic>
        <p:nvPicPr>
          <p:cNvPr id="7" name="그림 6" descr="C:/Users/MSI/AppData/Roaming/PolarisOffice/ETemp/15596_16375952/image1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270250" y="575945"/>
            <a:ext cx="8442325" cy="4535170"/>
          </a:xfrm>
          <a:prstGeom prst="rect"/>
          <a:noFill/>
        </p:spPr>
      </p:pic>
    </p:spTree>
    <p:extLst>
      <p:ext uri="{BB962C8B-B14F-4D97-AF65-F5344CB8AC3E}">
        <p14:creationId xmlns:p14="http://schemas.microsoft.com/office/powerpoint/2010/main" val="3927683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235FAF4-CE29-4ABC-BD51-E3D9317CC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56" y="866913"/>
            <a:ext cx="6830378" cy="490606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0D6D781-20B7-40D6-A2AF-E3D9C2E5CBFB}"/>
              </a:ext>
            </a:extLst>
          </p:cNvPr>
          <p:cNvCxnSpPr/>
          <p:nvPr/>
        </p:nvCxnSpPr>
        <p:spPr>
          <a:xfrm>
            <a:off x="1203649" y="1847461"/>
            <a:ext cx="190344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FE491AF-640B-4806-BB34-C0BBFBE332E4}"/>
              </a:ext>
            </a:extLst>
          </p:cNvPr>
          <p:cNvCxnSpPr/>
          <p:nvPr/>
        </p:nvCxnSpPr>
        <p:spPr>
          <a:xfrm>
            <a:off x="1551963" y="2801923"/>
            <a:ext cx="128351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36010D1-498D-4AE8-994D-051567AC108F}"/>
              </a:ext>
            </a:extLst>
          </p:cNvPr>
          <p:cNvCxnSpPr>
            <a:cxnSpLocks/>
          </p:cNvCxnSpPr>
          <p:nvPr/>
        </p:nvCxnSpPr>
        <p:spPr>
          <a:xfrm>
            <a:off x="1203648" y="1655912"/>
            <a:ext cx="145566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943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D3DE0-42D0-4BC4-92B2-07498B65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0720"/>
            <a:ext cx="10516235" cy="1326515"/>
          </a:xfrm>
        </p:spPr>
        <p:txBody>
          <a:bodyPr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데모버전 </a:t>
            </a:r>
            <a:r>
              <a:rPr lang="en-US" altLang="ko-KR" dirty="0">
                <a:solidFill>
                  <a:schemeClr val="tx1"/>
                </a:solidFill>
              </a:rPr>
              <a:t>APK </a:t>
            </a:r>
            <a:r>
              <a:rPr lang="ko-KR" altLang="en-US" dirty="0">
                <a:solidFill>
                  <a:schemeClr val="tx1"/>
                </a:solidFill>
              </a:rPr>
              <a:t>추출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3FFE806-3E62-4B58-ADA8-8DEB64E10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7720"/>
            <a:ext cx="4639310" cy="15144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420744-49C9-46F4-8817-A30BB9980DD8}"/>
              </a:ext>
            </a:extLst>
          </p:cNvPr>
          <p:cNvSpPr txBox="1"/>
          <p:nvPr/>
        </p:nvSpPr>
        <p:spPr>
          <a:xfrm>
            <a:off x="5872480" y="2499995"/>
            <a:ext cx="4639945" cy="119951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/>
              <a:t>Build Budle(s)/APK(s):</a:t>
            </a:r>
            <a:r>
              <a:rPr lang="ko-KR" altLang="en-US"/>
              <a:t>디버깅용 </a:t>
            </a:r>
            <a:r>
              <a:rPr lang="en-US" altLang="ko-KR"/>
              <a:t>APK</a:t>
            </a:r>
            <a:r>
              <a:rPr lang="ko-KR" altLang="en-US"/>
              <a:t>추출</a:t>
            </a:r>
            <a:endParaRPr lang="ko-KR" altLang="en-US"/>
          </a:p>
          <a:p>
            <a:pPr marL="0" indent="0" latinLnBrk="0">
              <a:buFontTx/>
              <a:buNone/>
            </a:pPr>
            <a:endParaRPr lang="ko-KR" altLang="en-US"/>
          </a:p>
          <a:p>
            <a:pPr marL="0" indent="0" latinLnBrk="0">
              <a:buFontTx/>
              <a:buNone/>
            </a:pPr>
            <a:r>
              <a:rPr lang="en-US" altLang="ko-KR"/>
              <a:t>Generate Signed Bundle /APK: </a:t>
            </a:r>
            <a:r>
              <a:rPr lang="ko-KR" altLang="en-US"/>
              <a:t>마켓스토어 출시용  </a:t>
            </a:r>
            <a:r>
              <a:rPr lang="en-US" altLang="ko-KR"/>
              <a:t>APK </a:t>
            </a:r>
            <a:r>
              <a:rPr lang="ko-KR" altLang="en-US"/>
              <a:t>추출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311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D8161-74AE-40E0-A677-CF9AD4B3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680720"/>
            <a:ext cx="4038600" cy="1325880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데모버전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6BAACC-B69C-4D54-9ECB-EB5E97985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25" y="471170"/>
            <a:ext cx="3336290" cy="5803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FF021F-A5BE-4F59-801D-74A4F5179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050" y="471170"/>
            <a:ext cx="3336290" cy="5803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C1366A-D0B6-4D11-8D46-B2356ABF3C44}"/>
              </a:ext>
            </a:extLst>
          </p:cNvPr>
          <p:cNvSpPr txBox="1"/>
          <p:nvPr/>
        </p:nvSpPr>
        <p:spPr>
          <a:xfrm>
            <a:off x="7482840" y="2323465"/>
            <a:ext cx="3882390" cy="332105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en-US" altLang="ko-KR" sz="1400"/>
              <a:t>Demo</a:t>
            </a:r>
            <a:r>
              <a:rPr lang="ko-KR" altLang="ko-KR" sz="1400"/>
              <a:t> </a:t>
            </a:r>
            <a:r>
              <a:rPr lang="en-US" altLang="ko-KR" sz="1400"/>
              <a:t>:</a:t>
            </a:r>
            <a:r>
              <a:rPr lang="ko-KR" altLang="en-US" sz="1400"/>
              <a:t> 배터리 잔량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Test</a:t>
            </a:r>
            <a:r>
              <a:rPr lang="ko-KR" altLang="ko-KR" sz="1400"/>
              <a:t> </a:t>
            </a:r>
            <a:r>
              <a:rPr lang="en-US" altLang="ko-KR" sz="1400"/>
              <a:t>:</a:t>
            </a:r>
            <a:r>
              <a:rPr lang="ko-KR" altLang="en-US" sz="1400"/>
              <a:t> 사각형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O</a:t>
            </a:r>
            <a:r>
              <a:rPr lang="ko-KR" altLang="ko-KR" sz="1400"/>
              <a:t>N</a:t>
            </a:r>
            <a:r>
              <a:rPr lang="en-US" altLang="ko-KR" sz="1400"/>
              <a:t>/</a:t>
            </a:r>
            <a:r>
              <a:rPr lang="ko-KR" altLang="ko-KR" sz="1400"/>
              <a:t>OFF </a:t>
            </a:r>
            <a:r>
              <a:rPr lang="en-US" altLang="ko-KR" sz="1400"/>
              <a:t>:</a:t>
            </a:r>
            <a:r>
              <a:rPr lang="ko-KR" altLang="ko-KR" sz="1400"/>
              <a:t> </a:t>
            </a:r>
            <a:r>
              <a:rPr lang="ko-KR" altLang="en-US" sz="1400"/>
              <a:t>편집 기능 온 오프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Clear Display</a:t>
            </a:r>
            <a:r>
              <a:rPr lang="ko-KR" altLang="ko-KR" sz="1400"/>
              <a:t> </a:t>
            </a:r>
            <a:r>
              <a:rPr lang="en-US" altLang="ko-KR" sz="1400"/>
              <a:t>: </a:t>
            </a:r>
            <a:r>
              <a:rPr lang="ko-KR" altLang="en-US" sz="1400"/>
              <a:t>출력된 화면 초기화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ko-KR" altLang="en-US" sz="1400"/>
              <a:t>화살표 및 </a:t>
            </a:r>
            <a:r>
              <a:rPr lang="en-US" altLang="ko-KR" sz="1400"/>
              <a:t>X0,X1,Y0,Y1</a:t>
            </a:r>
            <a:r>
              <a:rPr lang="ko-KR" altLang="ko-KR" sz="1400"/>
              <a:t> </a:t>
            </a:r>
            <a:r>
              <a:rPr lang="en-US" altLang="ko-KR" sz="1400"/>
              <a:t>:</a:t>
            </a:r>
            <a:r>
              <a:rPr lang="ko-KR" altLang="ko-KR" sz="1400"/>
              <a:t> </a:t>
            </a:r>
            <a:r>
              <a:rPr lang="ko-KR" altLang="en-US" sz="1400"/>
              <a:t>출력화면 위치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Color</a:t>
            </a:r>
            <a:r>
              <a:rPr lang="ko-KR" altLang="ko-KR" sz="1400"/>
              <a:t> </a:t>
            </a:r>
            <a:r>
              <a:rPr lang="en-US" altLang="ko-KR" sz="1400"/>
              <a:t>: </a:t>
            </a:r>
            <a:r>
              <a:rPr lang="ko-KR" altLang="en-US" sz="1400"/>
              <a:t>텍스트 밝기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Text</a:t>
            </a:r>
            <a:r>
              <a:rPr lang="ko-KR" altLang="ko-KR" sz="1400"/>
              <a:t> </a:t>
            </a:r>
            <a:r>
              <a:rPr lang="en-US" altLang="ko-KR" sz="1400"/>
              <a:t>: </a:t>
            </a:r>
            <a:r>
              <a:rPr lang="ko-KR" altLang="en-US" sz="1400"/>
              <a:t>텍스트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Point</a:t>
            </a:r>
            <a:r>
              <a:rPr lang="ko-KR" altLang="ko-KR" sz="1400"/>
              <a:t> </a:t>
            </a:r>
            <a:r>
              <a:rPr lang="en-US" altLang="ko-KR" sz="1400"/>
              <a:t>:</a:t>
            </a:r>
            <a:r>
              <a:rPr lang="ko-KR" altLang="ko-KR" sz="1400"/>
              <a:t> </a:t>
            </a:r>
            <a:r>
              <a:rPr lang="ko-KR" altLang="en-US" sz="1400"/>
              <a:t>점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Line</a:t>
            </a:r>
            <a:r>
              <a:rPr lang="ko-KR" altLang="ko-KR" sz="1400"/>
              <a:t> </a:t>
            </a:r>
            <a:r>
              <a:rPr lang="en-US" altLang="ko-KR" sz="1400"/>
              <a:t>:</a:t>
            </a:r>
            <a:r>
              <a:rPr lang="ko-KR" altLang="en-US" sz="1400"/>
              <a:t> 선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Rectangle</a:t>
            </a:r>
            <a:r>
              <a:rPr lang="ko-KR" altLang="ko-KR" sz="1400"/>
              <a:t> </a:t>
            </a:r>
            <a:r>
              <a:rPr lang="en-US" altLang="ko-KR" sz="1400"/>
              <a:t>: </a:t>
            </a:r>
            <a:r>
              <a:rPr lang="ko-KR" altLang="en-US" sz="1400"/>
              <a:t>빈사각형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Fill Rectangle</a:t>
            </a:r>
            <a:r>
              <a:rPr lang="ko-KR" altLang="ko-KR" sz="1400"/>
              <a:t> </a:t>
            </a:r>
            <a:r>
              <a:rPr lang="en-US" altLang="ko-KR" sz="1400"/>
              <a:t>: </a:t>
            </a:r>
            <a:r>
              <a:rPr lang="ko-KR" altLang="en-US" sz="1400"/>
              <a:t>채워진 사각형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Hello World! : </a:t>
            </a:r>
            <a:r>
              <a:rPr lang="ko-KR" altLang="en-US" sz="1400"/>
              <a:t>헬로 월드 텍스트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Bitmap</a:t>
            </a:r>
            <a:r>
              <a:rPr lang="ko-KR" altLang="ko-KR" sz="1400"/>
              <a:t> </a:t>
            </a:r>
            <a:r>
              <a:rPr lang="en-US" altLang="ko-KR" sz="1400"/>
              <a:t>: </a:t>
            </a:r>
            <a:r>
              <a:rPr lang="ko-KR" altLang="en-US" sz="1400"/>
              <a:t>배터리 잔량 출력</a:t>
            </a:r>
            <a:endParaRPr lang="ko-KR" altLang="en-US" sz="1400"/>
          </a:p>
          <a:p>
            <a:pPr marL="0" indent="0" latinLnBrk="0">
              <a:buFontTx/>
              <a:buNone/>
            </a:pPr>
            <a:r>
              <a:rPr lang="en-US" altLang="ko-KR" sz="1400"/>
              <a:t>Layout Tests</a:t>
            </a:r>
            <a:r>
              <a:rPr lang="ko-KR" altLang="ko-KR" sz="1400"/>
              <a:t> </a:t>
            </a:r>
            <a:r>
              <a:rPr lang="en-US" altLang="ko-KR" sz="1400"/>
              <a:t>: </a:t>
            </a:r>
            <a:r>
              <a:rPr lang="ko-KR" altLang="en-US" sz="1400"/>
              <a:t>엑티브룩의 기능출력</a:t>
            </a:r>
            <a:r>
              <a:rPr lang="en-US" altLang="ko-KR" sz="1400"/>
              <a:t>(</a:t>
            </a:r>
            <a:r>
              <a:rPr lang="ko-KR" altLang="en-US" sz="1100"/>
              <a:t>속도</a:t>
            </a:r>
            <a:r>
              <a:rPr lang="ko-KR" altLang="en-US" sz="1100"/>
              <a:t> </a:t>
            </a:r>
            <a:r>
              <a:rPr lang="ko-KR" altLang="en-US" sz="1100"/>
              <a:t>측정</a:t>
            </a:r>
            <a:r>
              <a:rPr lang="ko-KR" altLang="en-US" sz="1100"/>
              <a:t> </a:t>
            </a:r>
            <a:r>
              <a:rPr lang="ko-KR" altLang="en-US" sz="1100"/>
              <a:t>레이아웃</a:t>
            </a:r>
            <a:r>
              <a:rPr lang="en-US" altLang="ko-KR" sz="1400"/>
              <a:t>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44663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452F6D-ECFD-49CD-A71B-00EA2BE0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2876" y="681037"/>
            <a:ext cx="3590924" cy="1325563"/>
          </a:xfrm>
        </p:spPr>
        <p:txBody>
          <a:bodyPr>
            <a:normAutofit/>
          </a:bodyPr>
          <a:lstStyle/>
          <a:p>
            <a:pPr algn="r"/>
            <a:r>
              <a:rPr lang="ko-KR" altLang="en-US" sz="2800" dirty="0">
                <a:solidFill>
                  <a:schemeClr val="tx1"/>
                </a:solidFill>
              </a:rPr>
              <a:t>실사용 사진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8B3580-162A-403F-A9C6-C4FA52C9C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12346" y="1932496"/>
            <a:ext cx="5268288" cy="2560973"/>
          </a:xfrm>
          <a:prstGeom prst="rect">
            <a:avLst/>
          </a:prstGeom>
        </p:spPr>
      </p:pic>
      <p:pic>
        <p:nvPicPr>
          <p:cNvPr id="7" name="그림 6" descr="도구이(가) 표시된 사진&#10;&#10;자동 생성된 설명">
            <a:extLst>
              <a:ext uri="{FF2B5EF4-FFF2-40B4-BE49-F238E27FC236}">
                <a16:creationId xmlns:a16="http://schemas.microsoft.com/office/drawing/2014/main" id="{2CA79040-0F89-4F9D-A2CE-0D9E22BD1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648628" y="1932495"/>
            <a:ext cx="5268289" cy="25609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D327FD8-0E72-4128-BE1B-520723FBF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473319" y="1932495"/>
            <a:ext cx="5268289" cy="25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33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03C8E-9256-4888-877D-4A9E83C9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안드로이드 데모 버전 이미지 출력과정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A8A7D-9163-4B1E-95A9-7AF9A86C9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 err="1"/>
              <a:t>gatt_services_characteristics</a:t>
            </a:r>
            <a:r>
              <a:rPr lang="ko-KR" altLang="en-US" sz="1400" dirty="0"/>
              <a:t>에서 버튼 생성</a:t>
            </a:r>
            <a:endParaRPr lang="en-US" altLang="ko-KR" sz="1400" dirty="0"/>
          </a:p>
          <a:p>
            <a:r>
              <a:rPr lang="en-US" altLang="ko-KR" sz="1400" dirty="0"/>
              <a:t>Drawable</a:t>
            </a:r>
            <a:r>
              <a:rPr lang="ko-KR" altLang="en-US" sz="1400" dirty="0"/>
              <a:t>에 출력할 이미지 삽입</a:t>
            </a:r>
            <a:endParaRPr lang="en-US" altLang="ko-KR" sz="1400" dirty="0"/>
          </a:p>
          <a:p>
            <a:r>
              <a:rPr lang="en-US" altLang="ko-KR" sz="1400" dirty="0" err="1"/>
              <a:t>BinariesCommand</a:t>
            </a:r>
            <a:r>
              <a:rPr lang="ko-KR" altLang="en-US" sz="1400" dirty="0"/>
              <a:t>에서 이미지를 비트맵으로 변환 및 저장</a:t>
            </a:r>
            <a:endParaRPr lang="en-US" altLang="ko-KR" sz="1400" dirty="0"/>
          </a:p>
          <a:p>
            <a:r>
              <a:rPr lang="en-US" altLang="ko-KR" sz="1400" dirty="0" err="1"/>
              <a:t>BinariesCommand</a:t>
            </a:r>
            <a:r>
              <a:rPr lang="en-US" altLang="ko-KR" sz="1400" dirty="0"/>
              <a:t> </a:t>
            </a:r>
            <a:r>
              <a:rPr lang="ko-KR" altLang="en-US" sz="1400" dirty="0"/>
              <a:t>에서 비트맵 이미지를 생성 후 바이트배열로 변환시켜  배열 값 생성</a:t>
            </a:r>
            <a:endParaRPr lang="en-US" altLang="ko-KR" sz="1400" dirty="0"/>
          </a:p>
          <a:p>
            <a:r>
              <a:rPr lang="en-US" altLang="ko-KR" sz="1400" dirty="0" err="1"/>
              <a:t>DeviceControlAcivity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OnCreate</a:t>
            </a:r>
            <a:r>
              <a:rPr lang="ko-KR" altLang="en-US" sz="1400" dirty="0"/>
              <a:t>함수에서 이미지버튼 변수 생성 및 </a:t>
            </a:r>
            <a:r>
              <a:rPr lang="en-US" altLang="ko-KR" sz="1400" dirty="0" err="1"/>
              <a:t>BinariesCommand</a:t>
            </a:r>
            <a:r>
              <a:rPr lang="ko-KR" altLang="en-US" sz="1400" dirty="0"/>
              <a:t>에 있는 이미지 바이트 배열 값을 매개변수로 </a:t>
            </a:r>
            <a:r>
              <a:rPr lang="en-US" altLang="ko-KR" sz="1400" dirty="0"/>
              <a:t>Send</a:t>
            </a:r>
            <a:r>
              <a:rPr lang="ko-KR" altLang="en-US" sz="1400" dirty="0"/>
              <a:t>함수 실행하기</a:t>
            </a:r>
            <a:endParaRPr lang="en-US" altLang="ko-KR" sz="1400" dirty="0"/>
          </a:p>
          <a:p>
            <a:r>
              <a:rPr lang="ko-KR" altLang="en-US" sz="1400" dirty="0"/>
              <a:t>이미지가 출력이 </a:t>
            </a:r>
            <a:r>
              <a:rPr lang="ko-KR" altLang="en-US" sz="1400" dirty="0" err="1"/>
              <a:t>될것으로</a:t>
            </a:r>
            <a:r>
              <a:rPr lang="ko-KR" altLang="en-US" sz="1400" dirty="0"/>
              <a:t> 예상됨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-&gt;</a:t>
            </a:r>
            <a:r>
              <a:rPr lang="ko-KR" altLang="en-US" sz="1400" dirty="0"/>
              <a:t>결과 어플 </a:t>
            </a:r>
            <a:r>
              <a:rPr lang="ko-KR" altLang="en-US" sz="1400" dirty="0" err="1"/>
              <a:t>실행시</a:t>
            </a:r>
            <a:r>
              <a:rPr lang="ko-KR" altLang="en-US" sz="1400" dirty="0"/>
              <a:t> 기기와 블루투스 연결도중 어플이 종료됨</a:t>
            </a:r>
          </a:p>
        </p:txBody>
      </p:sp>
    </p:spTree>
    <p:extLst>
      <p:ext uri="{BB962C8B-B14F-4D97-AF65-F5344CB8AC3E}">
        <p14:creationId xmlns:p14="http://schemas.microsoft.com/office/powerpoint/2010/main" val="4146056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8C8A4B-E440-4D7A-A371-70CFDEFEF5ED}"/>
              </a:ext>
            </a:extLst>
          </p:cNvPr>
          <p:cNvSpPr txBox="1"/>
          <p:nvPr/>
        </p:nvSpPr>
        <p:spPr>
          <a:xfrm>
            <a:off x="1040235" y="855677"/>
            <a:ext cx="916916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추가된 코드</a:t>
            </a:r>
            <a:r>
              <a:rPr lang="en-US" altLang="ko-KR" dirty="0"/>
              <a:t> </a:t>
            </a:r>
          </a:p>
          <a:p>
            <a:endParaRPr lang="en-US" altLang="ko-KR" sz="1200" dirty="0"/>
          </a:p>
          <a:p>
            <a:r>
              <a:rPr lang="en-US" altLang="ko-KR" sz="1200" dirty="0"/>
              <a:t>public static byte[] Image() {</a:t>
            </a:r>
          </a:p>
          <a:p>
            <a:r>
              <a:rPr lang="en-US" altLang="ko-KR" sz="1200" dirty="0"/>
              <a:t>        </a:t>
            </a:r>
          </a:p>
          <a:p>
            <a:r>
              <a:rPr lang="en-US" altLang="ko-KR" sz="1200" dirty="0"/>
              <a:t>        Bitmap </a:t>
            </a:r>
            <a:r>
              <a:rPr lang="en-US" altLang="ko-KR" sz="1200" dirty="0" err="1"/>
              <a:t>bitmap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BitmapFactory.decodeFile</a:t>
            </a:r>
            <a:r>
              <a:rPr lang="en-US" altLang="ko-KR" sz="1200" dirty="0"/>
              <a:t>("@drawable/santahat.png");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ByteBuffer</a:t>
            </a:r>
            <a:r>
              <a:rPr lang="en-US" altLang="ko-KR" sz="1200" dirty="0"/>
              <a:t> buffer = </a:t>
            </a:r>
            <a:r>
              <a:rPr lang="en-US" altLang="ko-KR" sz="1200" dirty="0" err="1"/>
              <a:t>ByteBuffer.allocate</a:t>
            </a:r>
            <a:r>
              <a:rPr lang="en-US" altLang="ko-KR" sz="1200" dirty="0"/>
              <a:t>(</a:t>
            </a:r>
            <a:r>
              <a:rPr lang="en-US" altLang="ko-KR" sz="1200" dirty="0" err="1"/>
              <a:t>bitmap.getByteCount</a:t>
            </a:r>
            <a:r>
              <a:rPr lang="en-US" altLang="ko-KR" sz="1200" dirty="0"/>
              <a:t>());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bitmap.copyPixelsToBuffer</a:t>
            </a:r>
            <a:r>
              <a:rPr lang="en-US" altLang="ko-KR" sz="1200" dirty="0"/>
              <a:t>(buffer);</a:t>
            </a:r>
          </a:p>
          <a:p>
            <a:r>
              <a:rPr lang="en-US" altLang="ko-KR" sz="1200" dirty="0"/>
              <a:t>        </a:t>
            </a:r>
          </a:p>
          <a:p>
            <a:r>
              <a:rPr lang="en-US" altLang="ko-KR" sz="1200" dirty="0"/>
              <a:t>        byte[] byteArray1 = </a:t>
            </a:r>
            <a:r>
              <a:rPr lang="en-US" altLang="ko-KR" sz="1200" dirty="0" err="1"/>
              <a:t>buffer.array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        return byteArray1;</a:t>
            </a:r>
          </a:p>
          <a:p>
            <a:r>
              <a:rPr lang="en-US" altLang="ko-KR" sz="1200" dirty="0"/>
              <a:t>    }</a:t>
            </a:r>
          </a:p>
          <a:p>
            <a:r>
              <a:rPr lang="ko-KR" altLang="en-US" sz="1600" dirty="0"/>
              <a:t>이미지를 바이트배열로 변환</a:t>
            </a:r>
            <a:endParaRPr lang="en-US" altLang="ko-KR" sz="1600" dirty="0"/>
          </a:p>
          <a:p>
            <a:r>
              <a:rPr lang="en-US" altLang="ko-KR" sz="1200" dirty="0"/>
              <a:t> </a:t>
            </a:r>
            <a:r>
              <a:rPr lang="en-US" altLang="ko-KR" sz="1200" dirty="0" err="1"/>
              <a:t>ImageButton</a:t>
            </a:r>
            <a:r>
              <a:rPr lang="en-US" altLang="ko-KR" sz="1200" dirty="0"/>
              <a:t>=(Button) </a:t>
            </a:r>
            <a:r>
              <a:rPr lang="en-US" altLang="ko-KR" sz="1200" dirty="0" err="1"/>
              <a:t>findViewById</a:t>
            </a:r>
            <a:r>
              <a:rPr lang="en-US" altLang="ko-KR" sz="1200" dirty="0"/>
              <a:t>((</a:t>
            </a:r>
            <a:r>
              <a:rPr lang="en-US" altLang="ko-KR" sz="1200" dirty="0" err="1"/>
              <a:t>R.id.ImageButton</a:t>
            </a:r>
            <a:r>
              <a:rPr lang="en-US" altLang="ko-KR" sz="1200" dirty="0"/>
              <a:t>));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ImageButton.setOnClickListener</a:t>
            </a:r>
            <a:r>
              <a:rPr lang="en-US" altLang="ko-KR" sz="1200" dirty="0"/>
              <a:t>(new </a:t>
            </a:r>
            <a:r>
              <a:rPr lang="en-US" altLang="ko-KR" sz="1200" dirty="0" err="1"/>
              <a:t>View.OnClickListener</a:t>
            </a:r>
            <a:r>
              <a:rPr lang="en-US" altLang="ko-KR" sz="1200" dirty="0"/>
              <a:t>(){</a:t>
            </a:r>
          </a:p>
          <a:p>
            <a:r>
              <a:rPr lang="en-US" altLang="ko-KR" sz="1200" dirty="0"/>
              <a:t>            public  void </a:t>
            </a:r>
            <a:r>
              <a:rPr lang="en-US" altLang="ko-KR" sz="1200" dirty="0" err="1"/>
              <a:t>onClick</a:t>
            </a:r>
            <a:r>
              <a:rPr lang="en-US" altLang="ko-KR" sz="1200" dirty="0"/>
              <a:t>(View v){</a:t>
            </a:r>
          </a:p>
          <a:p>
            <a:r>
              <a:rPr lang="en-US" altLang="ko-KR" sz="1200" dirty="0"/>
              <a:t>                Send(</a:t>
            </a:r>
            <a:r>
              <a:rPr lang="en-US" altLang="ko-KR" sz="1200" dirty="0" err="1"/>
              <a:t>BinariesCommand.Image</a:t>
            </a:r>
            <a:r>
              <a:rPr lang="en-US" altLang="ko-KR" sz="1200" dirty="0"/>
              <a:t>());</a:t>
            </a:r>
          </a:p>
          <a:p>
            <a:r>
              <a:rPr lang="en-US" altLang="ko-KR" sz="1200" dirty="0"/>
              <a:t>            }</a:t>
            </a:r>
          </a:p>
          <a:p>
            <a:r>
              <a:rPr lang="ko-KR" altLang="en-US" sz="1600" dirty="0"/>
              <a:t>이미지 버튼 </a:t>
            </a:r>
            <a:r>
              <a:rPr lang="ko-KR" altLang="en-US" sz="1600" dirty="0" err="1"/>
              <a:t>리스너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241545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E7F60-A5CD-4EF9-AD61-FA2D1F926122}"/>
              </a:ext>
            </a:extLst>
          </p:cNvPr>
          <p:cNvSpPr txBox="1">
            <a:spLocks/>
          </p:cNvSpPr>
          <p:nvPr/>
        </p:nvSpPr>
        <p:spPr>
          <a:xfrm>
            <a:off x="838200" y="680720"/>
            <a:ext cx="10516235" cy="1326515"/>
          </a:xfrm>
          <a:prstGeom prst="rect">
            <a:avLst/>
          </a:prstGeom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rtl="0" algn="l" defTabSz="91440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5200">
                <a:gradFill rotWithShape="1">
                  <a:gsLst>
                    <a:gs pos="0">
                      <a:schemeClr val="accent5"/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</a:gradFill>
                <a:latin typeface="+mj-lt"/>
                <a:ea typeface="+mn-ea"/>
                <a:cs typeface="Angsana New" charset="0"/>
              </a:defRPr>
            </a:lvl1pPr>
          </a:lstStyle>
          <a:p>
            <a:pPr marL="0" indent="0" algn="ctr" latinLnBrk="0">
              <a:buFontTx/>
              <a:buNone/>
            </a:pPr>
            <a:r>
              <a:rPr lang="en-US" altLang="ko-KR" sz="1800" b="1">
                <a:solidFill>
                  <a:schemeClr val="tx1"/>
                </a:solidFill>
              </a:rPr>
              <a:t>1 </a:t>
            </a:r>
            <a:r>
              <a:rPr lang="ko-KR" altLang="en-US" sz="1800" b="1">
                <a:solidFill>
                  <a:schemeClr val="tx1"/>
                </a:solidFill>
              </a:rPr>
              <a:t>안</a:t>
            </a:r>
            <a:r>
              <a:rPr lang="en-US" altLang="ko-KR" sz="1800" b="1">
                <a:solidFill>
                  <a:schemeClr val="tx1"/>
                </a:solidFill>
              </a:rPr>
              <a:t>: </a:t>
            </a:r>
            <a:r>
              <a:rPr lang="ko-KR" altLang="en-US" sz="1800" b="1">
                <a:solidFill>
                  <a:schemeClr val="tx1"/>
                </a:solidFill>
              </a:rPr>
              <a:t>액티브룩 스크린자막 </a:t>
            </a:r>
            <a:r>
              <a:rPr lang="en-US" altLang="ko-KR" sz="1800" b="1">
                <a:solidFill>
                  <a:schemeClr val="tx1"/>
                </a:solidFill>
              </a:rPr>
              <a:t>5</a:t>
            </a:r>
            <a:r>
              <a:rPr lang="ko-KR" altLang="en-US" sz="1800" b="1">
                <a:solidFill>
                  <a:schemeClr val="tx1"/>
                </a:solidFill>
              </a:rPr>
              <a:t>자 </a:t>
            </a:r>
            <a:r>
              <a:rPr lang="en-US" altLang="ko-KR" sz="1800" b="1">
                <a:solidFill>
                  <a:schemeClr val="tx1"/>
                </a:solidFill>
              </a:rPr>
              <a:t>2~3</a:t>
            </a:r>
            <a:r>
              <a:rPr lang="ko-KR" altLang="en-US" sz="1800" b="1">
                <a:solidFill>
                  <a:schemeClr val="tx1"/>
                </a:solidFill>
              </a:rPr>
              <a:t>줄</a:t>
            </a:r>
            <a:r>
              <a:rPr lang="ko-KR" altLang="en-US" sz="1800" b="1">
                <a:solidFill>
                  <a:schemeClr val="tx1"/>
                </a:solidFill>
              </a:rPr>
              <a:t> 구현 </a:t>
            </a:r>
            <a:r>
              <a:rPr lang="en-US" altLang="ko-KR" sz="1800" b="1">
                <a:solidFill>
                  <a:schemeClr val="tx1"/>
                </a:solidFill>
              </a:rPr>
              <a:t>APK</a:t>
            </a:r>
            <a:endParaRPr lang="ko-KR" altLang="en-US" sz="1800" b="1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94A717-0DB6-4C18-8CCD-367E76E3C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30" y="1169035"/>
            <a:ext cx="2261870" cy="4653280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2B98FEB3-5A2A-41CC-9C3E-4493476FC30B}"/>
              </a:ext>
            </a:extLst>
          </p:cNvPr>
          <p:cNvSpPr/>
          <p:nvPr/>
        </p:nvSpPr>
        <p:spPr>
          <a:xfrm>
            <a:off x="1950085" y="2910840"/>
            <a:ext cx="568960" cy="5181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B710F4C-25B6-4319-8A2B-9E8A905B0BEE}"/>
              </a:ext>
            </a:extLst>
          </p:cNvPr>
          <p:cNvCxnSpPr>
            <a:stCxn id="4" idx="6"/>
          </p:cNvCxnSpPr>
          <p:nvPr/>
        </p:nvCxnSpPr>
        <p:spPr>
          <a:xfrm flipV="1">
            <a:off x="2519045" y="2323465"/>
            <a:ext cx="2958465" cy="8464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371993-F566-4374-83A1-00AFC63E173C}"/>
              </a:ext>
            </a:extLst>
          </p:cNvPr>
          <p:cNvSpPr/>
          <p:nvPr/>
        </p:nvSpPr>
        <p:spPr>
          <a:xfrm>
            <a:off x="5561965" y="1661160"/>
            <a:ext cx="1753870" cy="132651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t">
            <a:noAutofit/>
          </a:bodyPr>
          <a:lstStyle/>
          <a:p>
            <a:pPr marL="0" indent="0" algn="dist" latinLnBrk="0">
              <a:lnSpc>
                <a:spcPct val="150000"/>
              </a:lnSpc>
              <a:buFontTx/>
              <a:buNone/>
            </a:pPr>
            <a:r>
              <a:rPr lang="ko-KR" altLang="en-US">
                <a:solidFill>
                  <a:srgbClr val="00B050"/>
                </a:solidFill>
              </a:rPr>
              <a:t>액티브룩앱</a:t>
            </a:r>
            <a:endParaRPr lang="ko-KR" altLang="en-US">
              <a:solidFill>
                <a:srgbClr val="00B050"/>
              </a:solidFill>
            </a:endParaRPr>
          </a:p>
          <a:p>
            <a:pPr marL="0" indent="0" algn="dist" latinLnBrk="0">
              <a:lnSpc>
                <a:spcPct val="150000"/>
              </a:lnSpc>
              <a:buFontTx/>
              <a:buNone/>
            </a:pPr>
            <a:r>
              <a:rPr lang="ko-KR" altLang="en-US">
                <a:solidFill>
                  <a:srgbClr val="00B050"/>
                </a:solidFill>
              </a:rPr>
              <a:t>스크린자막</a:t>
            </a:r>
            <a:endParaRPr lang="ko-KR" altLang="en-US">
              <a:solidFill>
                <a:srgbClr val="00B050"/>
              </a:solidFill>
            </a:endParaRPr>
          </a:p>
          <a:p>
            <a:pPr marL="0" indent="0" algn="dist" latinLnBrk="0">
              <a:lnSpc>
                <a:spcPct val="150000"/>
              </a:lnSpc>
              <a:buFontTx/>
              <a:buNone/>
            </a:pPr>
            <a:r>
              <a:rPr lang="en-US" altLang="ko-KR">
                <a:solidFill>
                  <a:srgbClr val="00B050"/>
                </a:solidFill>
              </a:rPr>
              <a:t>5</a:t>
            </a:r>
            <a:r>
              <a:rPr lang="ko-KR" altLang="en-US">
                <a:solidFill>
                  <a:srgbClr val="00B050"/>
                </a:solidFill>
              </a:rPr>
              <a:t>자 </a:t>
            </a:r>
            <a:r>
              <a:rPr lang="en-US" altLang="ko-KR">
                <a:solidFill>
                  <a:srgbClr val="00B050"/>
                </a:solidFill>
              </a:rPr>
              <a:t>2~3</a:t>
            </a:r>
            <a:r>
              <a:rPr lang="ko-KR" altLang="en-US">
                <a:solidFill>
                  <a:srgbClr val="00B050"/>
                </a:solidFill>
              </a:rPr>
              <a:t>줄</a:t>
            </a:r>
            <a:endParaRPr lang="ko-KR" altLang="en-US">
              <a:solidFill>
                <a:srgbClr val="00B050"/>
              </a:solidFill>
            </a:endParaRPr>
          </a:p>
          <a:p>
            <a:pPr marL="0" indent="0" algn="dist" latinLnBrk="0">
              <a:lnSpc>
                <a:spcPct val="150000"/>
              </a:lnSpc>
              <a:buFontTx/>
              <a:buNone/>
            </a:pPr>
            <a:endParaRPr lang="ko-KR" altLang="en-US">
              <a:solidFill>
                <a:srgbClr val="00B050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663FE8D-786A-4B7E-8D74-12AD8531F9C1}"/>
              </a:ext>
            </a:extLst>
          </p:cNvPr>
          <p:cNvSpPr/>
          <p:nvPr/>
        </p:nvSpPr>
        <p:spPr>
          <a:xfrm rot="16200000">
            <a:off x="7113905" y="2097405"/>
            <a:ext cx="1283335" cy="4953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65151-9BCE-46CB-9456-BC041E4E463A}"/>
              </a:ext>
            </a:extLst>
          </p:cNvPr>
          <p:cNvSpPr txBox="1"/>
          <p:nvPr/>
        </p:nvSpPr>
        <p:spPr>
          <a:xfrm>
            <a:off x="8145780" y="1887220"/>
            <a:ext cx="1275080" cy="64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스크롤링 되게 구현</a:t>
            </a:r>
          </a:p>
        </p:txBody>
      </p:sp>
    </p:spTree>
    <p:extLst>
      <p:ext uri="{BB962C8B-B14F-4D97-AF65-F5344CB8AC3E}">
        <p14:creationId xmlns:p14="http://schemas.microsoft.com/office/powerpoint/2010/main" val="1958892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uminousVTI">
  <a:themeElements>
    <a:clrScheme name="AnalogousFromDarkSeedLeftStep">
      <a:dk1>
        <a:srgbClr val="000000"/>
      </a:dk1>
      <a:lt1>
        <a:srgbClr val="FFFFFF"/>
      </a:lt1>
      <a:dk2>
        <a:srgbClr val="242641"/>
      </a:dk2>
      <a:lt2>
        <a:srgbClr val="E2E3E8"/>
      </a:lt2>
      <a:accent1>
        <a:srgbClr val="ADA244"/>
      </a:accent1>
      <a:accent2>
        <a:srgbClr val="B1733B"/>
      </a:accent2>
      <a:accent3>
        <a:srgbClr val="C3544D"/>
      </a:accent3>
      <a:accent4>
        <a:srgbClr val="B13B65"/>
      </a:accent4>
      <a:accent5>
        <a:srgbClr val="C34DA8"/>
      </a:accent5>
      <a:accent6>
        <a:srgbClr val="9B3BB1"/>
      </a:accent6>
      <a:hlink>
        <a:srgbClr val="BF3F8C"/>
      </a:hlink>
      <a:folHlink>
        <a:srgbClr val="7F7F7F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21</Pages>
  <Paragraphs>104</Paragraphs>
  <Words>548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한 정희</dc:creator>
  <cp:lastModifiedBy>epsilon seigrane</cp:lastModifiedBy>
  <dc:title>PowerPoint 프레젠테이션</dc:title>
  <cp:version>9.102.62.42430</cp:version>
  <dcterms:modified xsi:type="dcterms:W3CDTF">2021-02-05T07:11:12Z</dcterms:modified>
</cp:coreProperties>
</file>