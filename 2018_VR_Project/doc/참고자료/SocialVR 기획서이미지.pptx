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4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6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F1B3A-82F8-48AE-AC97-8893D63E1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3CEC6A-4627-4969-8A8F-C381F8B3C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0D677A-90C2-40EC-9541-8FF80F100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02A720-50C5-4E43-87FA-197CF313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9F8327-2E0D-496B-A82D-7D2AE7F4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55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B37F3-82BF-4BBF-8002-A4858F1F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BAE9D4-F598-4081-8F3A-418D32974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B84C84-E9CF-4F0E-82D5-2F80ABEF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9E766C-27B7-4EFD-A14B-2D4999A6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CECA4-5CE7-42F5-86DA-76364A6E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4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9B725-B03C-44C6-B5C1-1996ACEB0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D902A4-B620-4D6B-9193-9DC65DD4C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7D62ED-4A60-4E56-A897-1FE17188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9409CC-BC90-4BAC-8E03-002601C9F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1E61A9-FCFB-4B2F-848B-D489F36A2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73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4319F-3E4B-4947-8142-FBAE82DD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19A4D6-EF89-470D-87CF-DADC3E0AB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14D4C0-868D-4DC0-A797-3D632702F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C7EB8F-1F8E-4ACC-920F-03BBBEA7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DC9EE7-573F-4498-BCAF-768C1887F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E25BA1-3EFB-4E17-8FE8-0E646FD0E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93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DB3D1-6C9E-413B-AC40-42042E22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74A7AE-FBA8-4E64-91AA-1F4B86E41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576782-EDA9-4BEE-8EF7-FBD338168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DB4F99-C9C3-4EBE-98AA-F49F5D411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4462A8-C4A1-460F-A270-C075FCD95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FE770D-C5DA-417B-874F-98832A09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30D39E-DA36-439E-83B8-C894FD64C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49CCC2-532D-401E-8613-20690111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88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6687B-50F5-48E1-BAF0-99A1E771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2F471E-F078-4F07-A77D-A7E05C0A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94D8C7-88B6-417C-8FF9-E706BABE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EA3B36-E448-44D5-934D-0CA79BAD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76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514C3A-69A3-48BB-BFB7-8D0F5146C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707D21-9D10-4986-A4D3-62E80895D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F057D-456D-4DAA-9C79-66E88E7B2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62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824C3-B803-4159-A1F6-47CD47418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D4C9CE-AB08-4644-B049-617A50AF6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CFC9A4-9C6F-43AE-AF81-85C5F6004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1BE241-FF91-4E7E-9114-1A061504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C79C88-BEB2-4525-A6A6-95EACEC4C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4B4B9D-9745-46D2-9557-814910CE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690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21A6D-0963-4D0B-962C-0BEE9AF28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DD621C-ECF3-4A85-A030-9FEA940B6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8B7D1B-289D-489B-B673-E5EFF69F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2EC6C1-3A3D-45FC-9E5F-FB26D949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BE1825-354F-4C02-B221-72A6475E2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4826C3-C869-4C58-BBE3-6686D7EF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10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797E3-3A23-4363-B80E-980C4F346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B5043C-41BE-4A6B-A756-C267EE4C5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D41AC2-5798-4010-B328-1D16DB4C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C94A1-2C42-4CD1-822F-8E6461BA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731166-0432-456C-81CE-E205D615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8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D87F7A-5A8C-4C91-BAB6-B3BC1B680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4B3179-8611-4ADE-B6A4-4BEC87489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01295C-97ED-499B-93C7-AA9F2CF1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93E704-C61B-4382-8459-751B86F9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DC5580-6F66-49F5-BF44-666CE66C2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215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4D9319-D593-4196-9772-19F7D93F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103853-E1F4-4504-B998-9F81F75B6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03464C-DF2E-457A-9C23-2F7C645A7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C5447-5B64-4EAC-88CA-59174FCE0266}" type="datetimeFigureOut">
              <a:rPr lang="ko-KR" altLang="en-US" smtClean="0"/>
              <a:t>2017-08-15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2784C1-7D8F-499E-81C6-8DD4A0D14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D2066-8F46-4AA6-80F6-B140E10F8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B2079-ED96-404A-A47E-E93643095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73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7A55453-A1B6-416B-95FB-411CD31CBD8C}"/>
              </a:ext>
            </a:extLst>
          </p:cNvPr>
          <p:cNvSpPr/>
          <p:nvPr/>
        </p:nvSpPr>
        <p:spPr>
          <a:xfrm>
            <a:off x="1899031" y="574138"/>
            <a:ext cx="1053491" cy="466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Room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875B75-CE5D-425F-9DBD-1CC97CDDB2D8}"/>
              </a:ext>
            </a:extLst>
          </p:cNvPr>
          <p:cNvSpPr/>
          <p:nvPr/>
        </p:nvSpPr>
        <p:spPr>
          <a:xfrm>
            <a:off x="3036342" y="574137"/>
            <a:ext cx="1053491" cy="4665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Avatar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BD6772-1DFF-467D-A8FD-F4E633A13F30}"/>
              </a:ext>
            </a:extLst>
          </p:cNvPr>
          <p:cNvSpPr/>
          <p:nvPr/>
        </p:nvSpPr>
        <p:spPr>
          <a:xfrm>
            <a:off x="4173653" y="574136"/>
            <a:ext cx="1053491" cy="4665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Emoticon</a:t>
            </a:r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FFF95A-BCD2-4E62-B10D-F01C70938FC1}"/>
              </a:ext>
            </a:extLst>
          </p:cNvPr>
          <p:cNvSpPr/>
          <p:nvPr/>
        </p:nvSpPr>
        <p:spPr>
          <a:xfrm>
            <a:off x="5310964" y="574135"/>
            <a:ext cx="1053491" cy="4665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Setting</a:t>
            </a:r>
            <a:endParaRPr lang="ko-KR" altLang="en-US" sz="14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FE8601-981C-4A00-A254-602AD22076A5}"/>
              </a:ext>
            </a:extLst>
          </p:cNvPr>
          <p:cNvSpPr/>
          <p:nvPr/>
        </p:nvSpPr>
        <p:spPr>
          <a:xfrm>
            <a:off x="761720" y="1131724"/>
            <a:ext cx="1363131" cy="19326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MeetingRoom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ED21168-CB8B-469A-88B1-E1FAA9BF04EB}"/>
              </a:ext>
            </a:extLst>
          </p:cNvPr>
          <p:cNvSpPr/>
          <p:nvPr/>
        </p:nvSpPr>
        <p:spPr>
          <a:xfrm>
            <a:off x="2232067" y="1132086"/>
            <a:ext cx="1435488" cy="1932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GameRoom</a:t>
            </a:r>
            <a:endParaRPr lang="ko-KR" altLang="en-US" sz="14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532D75B-14DD-489A-B523-40D693FBB7F6}"/>
              </a:ext>
            </a:extLst>
          </p:cNvPr>
          <p:cNvSpPr/>
          <p:nvPr/>
        </p:nvSpPr>
        <p:spPr>
          <a:xfrm>
            <a:off x="761720" y="574138"/>
            <a:ext cx="1053491" cy="4665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Home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E9FD1BE-4CA4-4694-94BF-6B2644E8C0CE}"/>
              </a:ext>
            </a:extLst>
          </p:cNvPr>
          <p:cNvSpPr/>
          <p:nvPr/>
        </p:nvSpPr>
        <p:spPr>
          <a:xfrm>
            <a:off x="1899031" y="3650361"/>
            <a:ext cx="1053491" cy="466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Room</a:t>
            </a:r>
            <a:endParaRPr lang="ko-KR" altLang="en-US" sz="1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161A81D-8E4E-4B16-B779-05847EEDCC3D}"/>
              </a:ext>
            </a:extLst>
          </p:cNvPr>
          <p:cNvSpPr/>
          <p:nvPr/>
        </p:nvSpPr>
        <p:spPr>
          <a:xfrm>
            <a:off x="3036342" y="3650360"/>
            <a:ext cx="1053491" cy="4665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Avatar</a:t>
            </a:r>
            <a:endParaRPr lang="ko-KR" altLang="en-US" sz="14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CC8F693-A025-4FD2-8A17-A1E95933729F}"/>
              </a:ext>
            </a:extLst>
          </p:cNvPr>
          <p:cNvSpPr/>
          <p:nvPr/>
        </p:nvSpPr>
        <p:spPr>
          <a:xfrm>
            <a:off x="4173653" y="3650359"/>
            <a:ext cx="1053491" cy="4665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Emoticon</a:t>
            </a:r>
            <a:endParaRPr lang="ko-KR" altLang="en-US" sz="14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C8666BF-7D87-48BA-8BB1-F05CDED68105}"/>
              </a:ext>
            </a:extLst>
          </p:cNvPr>
          <p:cNvSpPr/>
          <p:nvPr/>
        </p:nvSpPr>
        <p:spPr>
          <a:xfrm>
            <a:off x="5310964" y="3650358"/>
            <a:ext cx="1053491" cy="4665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Setting</a:t>
            </a:r>
            <a:endParaRPr lang="ko-KR" altLang="en-US" sz="14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1474899-5615-4674-9528-F7B06BDB8819}"/>
              </a:ext>
            </a:extLst>
          </p:cNvPr>
          <p:cNvSpPr/>
          <p:nvPr/>
        </p:nvSpPr>
        <p:spPr>
          <a:xfrm>
            <a:off x="761720" y="4207947"/>
            <a:ext cx="1363131" cy="19326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r>
              <a:rPr lang="en-US" altLang="ko-KR" sz="1400" dirty="0"/>
              <a:t>CREATE</a:t>
            </a:r>
          </a:p>
          <a:p>
            <a:pPr algn="ctr"/>
            <a:r>
              <a:rPr lang="en-US" altLang="ko-KR" sz="1400" dirty="0"/>
              <a:t>ROOM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C5B9F6E-B4DE-4078-A638-0A13B533A2CB}"/>
              </a:ext>
            </a:extLst>
          </p:cNvPr>
          <p:cNvSpPr/>
          <p:nvPr/>
        </p:nvSpPr>
        <p:spPr>
          <a:xfrm>
            <a:off x="2232067" y="4208309"/>
            <a:ext cx="1435488" cy="19322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Room #1</a:t>
            </a:r>
          </a:p>
          <a:p>
            <a:pPr algn="ctr"/>
            <a:r>
              <a:rPr lang="en-US" altLang="ko-KR" sz="1400" dirty="0"/>
              <a:t>(1/4)</a:t>
            </a:r>
            <a:endParaRPr lang="ko-KR" altLang="en-US" sz="14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C0A92E-4DAE-452D-8E12-4F79CD555160}"/>
              </a:ext>
            </a:extLst>
          </p:cNvPr>
          <p:cNvSpPr/>
          <p:nvPr/>
        </p:nvSpPr>
        <p:spPr>
          <a:xfrm>
            <a:off x="761720" y="3650361"/>
            <a:ext cx="1053491" cy="4665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Home</a:t>
            </a:r>
            <a:endParaRPr lang="ko-KR" altLang="en-US" sz="14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C5A51A5-7222-4B50-BC96-D3D4BA5F832A}"/>
              </a:ext>
            </a:extLst>
          </p:cNvPr>
          <p:cNvSpPr/>
          <p:nvPr/>
        </p:nvSpPr>
        <p:spPr>
          <a:xfrm>
            <a:off x="3774771" y="4208309"/>
            <a:ext cx="1435488" cy="19322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Room #2</a:t>
            </a:r>
          </a:p>
          <a:p>
            <a:pPr algn="ctr"/>
            <a:r>
              <a:rPr lang="en-US" altLang="ko-KR" sz="1400" dirty="0"/>
              <a:t>(2/8)</a:t>
            </a:r>
            <a:endParaRPr lang="ko-KR" altLang="en-US" sz="14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88468DE-16A7-4A1F-BE66-9D6FACDBCE48}"/>
              </a:ext>
            </a:extLst>
          </p:cNvPr>
          <p:cNvSpPr/>
          <p:nvPr/>
        </p:nvSpPr>
        <p:spPr>
          <a:xfrm>
            <a:off x="5310964" y="4208309"/>
            <a:ext cx="1435488" cy="19322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Room #3</a:t>
            </a:r>
          </a:p>
          <a:p>
            <a:pPr algn="ctr"/>
            <a:r>
              <a:rPr lang="en-US" altLang="ko-KR" sz="1400" dirty="0"/>
              <a:t>(3/4)</a:t>
            </a:r>
            <a:endParaRPr lang="ko-KR" altLang="en-US" sz="1400" dirty="0"/>
          </a:p>
        </p:txBody>
      </p:sp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id="{18E509F8-A8F4-45B0-91F7-F6B73B700E86}"/>
              </a:ext>
            </a:extLst>
          </p:cNvPr>
          <p:cNvCxnSpPr>
            <a:cxnSpLocks/>
            <a:stCxn id="28" idx="2"/>
            <a:endCxn id="34" idx="1"/>
          </p:cNvCxnSpPr>
          <p:nvPr/>
        </p:nvCxnSpPr>
        <p:spPr>
          <a:xfrm rot="5400000">
            <a:off x="800806" y="3025244"/>
            <a:ext cx="2109921" cy="2188091"/>
          </a:xfrm>
          <a:prstGeom prst="curvedConnector4">
            <a:avLst>
              <a:gd name="adj1" fmla="val 9979"/>
              <a:gd name="adj2" fmla="val 1238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더하기 기호 38">
            <a:extLst>
              <a:ext uri="{FF2B5EF4-FFF2-40B4-BE49-F238E27FC236}">
                <a16:creationId xmlns:a16="http://schemas.microsoft.com/office/drawing/2014/main" id="{965DD658-C75A-4B3F-A173-64B17E11DBB0}"/>
              </a:ext>
            </a:extLst>
          </p:cNvPr>
          <p:cNvSpPr/>
          <p:nvPr/>
        </p:nvSpPr>
        <p:spPr>
          <a:xfrm>
            <a:off x="1158011" y="4728705"/>
            <a:ext cx="570547" cy="586029"/>
          </a:xfrm>
          <a:prstGeom prst="mathPlu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55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27250B75-0624-4E65-A2B0-31B1412FA4A2}"/>
              </a:ext>
            </a:extLst>
          </p:cNvPr>
          <p:cNvGrpSpPr/>
          <p:nvPr/>
        </p:nvGrpSpPr>
        <p:grpSpPr>
          <a:xfrm>
            <a:off x="761720" y="574135"/>
            <a:ext cx="5602735" cy="3051007"/>
            <a:chOff x="761720" y="574135"/>
            <a:chExt cx="5602735" cy="3051007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214138C-FCB1-49B5-B00D-C9FED14C5770}"/>
                </a:ext>
              </a:extLst>
            </p:cNvPr>
            <p:cNvSpPr/>
            <p:nvPr/>
          </p:nvSpPr>
          <p:spPr>
            <a:xfrm>
              <a:off x="1899031" y="574138"/>
              <a:ext cx="1053491" cy="46657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Room</a:t>
              </a:r>
              <a:endParaRPr lang="ko-KR" altLang="en-US" sz="14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C48FC53-6E1E-446C-A8A0-E03BAEFDD7AE}"/>
                </a:ext>
              </a:extLst>
            </p:cNvPr>
            <p:cNvSpPr/>
            <p:nvPr/>
          </p:nvSpPr>
          <p:spPr>
            <a:xfrm>
              <a:off x="3036342" y="574137"/>
              <a:ext cx="1053491" cy="4665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Avatar</a:t>
              </a:r>
              <a:endParaRPr lang="ko-KR" altLang="en-US" sz="1400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174D701-9F95-4BCB-88BA-91D3B55D4994}"/>
                </a:ext>
              </a:extLst>
            </p:cNvPr>
            <p:cNvSpPr/>
            <p:nvPr/>
          </p:nvSpPr>
          <p:spPr>
            <a:xfrm>
              <a:off x="4173653" y="574136"/>
              <a:ext cx="1053491" cy="46657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Emoticon</a:t>
              </a:r>
              <a:endParaRPr lang="ko-KR" altLang="en-US" sz="140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3D79958-72C1-418D-9DCC-E8C63B42951A}"/>
                </a:ext>
              </a:extLst>
            </p:cNvPr>
            <p:cNvSpPr/>
            <p:nvPr/>
          </p:nvSpPr>
          <p:spPr>
            <a:xfrm>
              <a:off x="5310964" y="574135"/>
              <a:ext cx="1053491" cy="46657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Setting</a:t>
              </a:r>
              <a:endParaRPr lang="ko-KR" altLang="en-US" sz="14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212C5DC-BB73-4D00-8F81-37F1E84BEBC5}"/>
                </a:ext>
              </a:extLst>
            </p:cNvPr>
            <p:cNvSpPr/>
            <p:nvPr/>
          </p:nvSpPr>
          <p:spPr>
            <a:xfrm>
              <a:off x="761720" y="574138"/>
              <a:ext cx="1053491" cy="46657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Home</a:t>
              </a:r>
              <a:endParaRPr lang="ko-KR" altLang="en-US" sz="1400" dirty="0"/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BBBCFE9-4F32-4464-9288-D8176034C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720" y="1124821"/>
              <a:ext cx="4685409" cy="25003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266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65468B7E-3934-400D-B27A-26C0ADF1DC31}"/>
              </a:ext>
            </a:extLst>
          </p:cNvPr>
          <p:cNvGrpSpPr/>
          <p:nvPr/>
        </p:nvGrpSpPr>
        <p:grpSpPr>
          <a:xfrm>
            <a:off x="715066" y="574135"/>
            <a:ext cx="5649389" cy="3683966"/>
            <a:chOff x="715066" y="574135"/>
            <a:chExt cx="5649389" cy="368396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438CB3F-50D1-477A-AB4C-BB5D5ED026A9}"/>
                </a:ext>
              </a:extLst>
            </p:cNvPr>
            <p:cNvSpPr/>
            <p:nvPr/>
          </p:nvSpPr>
          <p:spPr>
            <a:xfrm>
              <a:off x="1899031" y="574138"/>
              <a:ext cx="1053491" cy="46657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Room</a:t>
              </a:r>
              <a:endParaRPr lang="ko-KR" altLang="en-US" sz="1400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B6A5549-C6BF-4E41-ABF5-ED6607B52065}"/>
                </a:ext>
              </a:extLst>
            </p:cNvPr>
            <p:cNvSpPr/>
            <p:nvPr/>
          </p:nvSpPr>
          <p:spPr>
            <a:xfrm>
              <a:off x="3036342" y="574137"/>
              <a:ext cx="1053491" cy="46657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Avatar</a:t>
              </a:r>
              <a:endParaRPr lang="ko-KR" altLang="en-US" sz="1400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5F520C3-2257-4A3C-8E87-7CCC626588B2}"/>
                </a:ext>
              </a:extLst>
            </p:cNvPr>
            <p:cNvSpPr/>
            <p:nvPr/>
          </p:nvSpPr>
          <p:spPr>
            <a:xfrm>
              <a:off x="4173653" y="574136"/>
              <a:ext cx="1053491" cy="46657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Emoticon</a:t>
              </a:r>
              <a:endParaRPr lang="ko-KR" altLang="en-US" sz="14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65B3F4D-474F-4914-960F-83708DAFFCF8}"/>
                </a:ext>
              </a:extLst>
            </p:cNvPr>
            <p:cNvSpPr/>
            <p:nvPr/>
          </p:nvSpPr>
          <p:spPr>
            <a:xfrm>
              <a:off x="5310964" y="574135"/>
              <a:ext cx="1053491" cy="46657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Setting</a:t>
              </a:r>
              <a:endParaRPr lang="ko-KR" altLang="en-US" sz="1400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6CDA7E5-433A-44EB-80BD-75A67F843420}"/>
                </a:ext>
              </a:extLst>
            </p:cNvPr>
            <p:cNvSpPr/>
            <p:nvPr/>
          </p:nvSpPr>
          <p:spPr>
            <a:xfrm>
              <a:off x="761720" y="574138"/>
              <a:ext cx="1053491" cy="46657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Home</a:t>
              </a:r>
              <a:endParaRPr lang="ko-KR" altLang="en-US" sz="1400" dirty="0"/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60C73240-288F-4DDD-A85B-A696B370B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066" y="1230023"/>
              <a:ext cx="3374768" cy="3028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801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42</Words>
  <Application>Microsoft Office PowerPoint</Application>
  <PresentationFormat>와이드스크린</PresentationFormat>
  <Paragraphs>33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김종운</dc:creator>
  <cp:lastModifiedBy>김종운</cp:lastModifiedBy>
  <cp:revision>23</cp:revision>
  <dcterms:created xsi:type="dcterms:W3CDTF">2017-08-14T09:08:35Z</dcterms:created>
  <dcterms:modified xsi:type="dcterms:W3CDTF">2017-08-15T13:54:17Z</dcterms:modified>
</cp:coreProperties>
</file>