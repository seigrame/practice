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38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70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32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1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06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52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2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18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55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29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96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19AC6-3526-417F-B635-6E478C70A54B}" type="datetimeFigureOut">
              <a:rPr lang="ko-KR" altLang="en-US" smtClean="0"/>
              <a:t>2017-07-04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671C2-58CD-4A8B-BE4B-5B8742DC9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1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ArStack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94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98414" y="130853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Nickname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92189" y="198884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Guest85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474016" y="2719512"/>
            <a:ext cx="187220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52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051720" y="1886372"/>
            <a:ext cx="187220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New Game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051720" y="2636912"/>
            <a:ext cx="187220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Join Game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352180" y="5162252"/>
            <a:ext cx="187220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Quit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355976" y="2636912"/>
            <a:ext cx="1872208" cy="7691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TestGame01</a:t>
            </a:r>
          </a:p>
          <a:p>
            <a:pPr algn="ctr"/>
            <a:r>
              <a:rPr lang="en-US" altLang="ko-KR" dirty="0" smtClean="0"/>
              <a:t>TestGame02</a:t>
            </a:r>
          </a:p>
        </p:txBody>
      </p:sp>
    </p:spTree>
    <p:extLst>
      <p:ext uri="{BB962C8B-B14F-4D97-AF65-F5344CB8AC3E}">
        <p14:creationId xmlns:p14="http://schemas.microsoft.com/office/powerpoint/2010/main" val="338757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48871" y="886064"/>
            <a:ext cx="25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Room Name : Room01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483768" y="5661248"/>
            <a:ext cx="4458521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Start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488892" y="1853328"/>
            <a:ext cx="2304256" cy="3375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 smtClean="0"/>
              <a:t>Guest85</a:t>
            </a:r>
          </a:p>
          <a:p>
            <a:pPr algn="ctr"/>
            <a:r>
              <a:rPr lang="en-US" altLang="ko-KR" dirty="0" smtClean="0"/>
              <a:t>Guest86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5382" y="1447206"/>
            <a:ext cx="911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Players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753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Office PowerPoint</Application>
  <PresentationFormat>화면 슬라이드 쇼(4:3)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ArStack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ArStack</dc:title>
  <dc:creator>Windows 사용자</dc:creator>
  <cp:lastModifiedBy>Windows 사용자</cp:lastModifiedBy>
  <cp:revision>2</cp:revision>
  <dcterms:created xsi:type="dcterms:W3CDTF">2017-07-04T12:39:49Z</dcterms:created>
  <dcterms:modified xsi:type="dcterms:W3CDTF">2017-07-04T12:50:19Z</dcterms:modified>
</cp:coreProperties>
</file>